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18"/>
  </p:notesMasterIdLst>
  <p:sldIdLst>
    <p:sldId id="256" r:id="rId2"/>
    <p:sldId id="268" r:id="rId3"/>
    <p:sldId id="259" r:id="rId4"/>
    <p:sldId id="329" r:id="rId5"/>
    <p:sldId id="340" r:id="rId6"/>
    <p:sldId id="267" r:id="rId7"/>
    <p:sldId id="290" r:id="rId8"/>
    <p:sldId id="266" r:id="rId9"/>
    <p:sldId id="292" r:id="rId10"/>
    <p:sldId id="328" r:id="rId11"/>
    <p:sldId id="323" r:id="rId12"/>
    <p:sldId id="342" r:id="rId13"/>
    <p:sldId id="343" r:id="rId14"/>
    <p:sldId id="324" r:id="rId15"/>
    <p:sldId id="326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9141D-405F-4B53-9ED9-F5E6B9ACF4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C8F5E-759F-436F-8A80-239E61BF6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gc69d1e7c39_0_4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8" name="Google Shape;5938;gc69d1e7c39_0_4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" name="Google Shape;5954;g20c38ac82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5" name="Google Shape;5955;g20c38ac825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1.1 - temp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4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769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5" name="Google Shape;5975;gc69d1e7c39_0_1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6" name="Google Shape;5976;gc69d1e7c39_0_1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1.2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494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2207-0DD0-C04A-23F2-31B966895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8647-D2A8-8859-6BB8-CEA2CF25B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962A-5657-8484-FACA-AE91D79A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98C5-4066-11AA-44FB-CBAD8C6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9AB9-2876-FBDF-9F41-87B064A5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3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EB0-1132-B4C4-1655-24B4C9CB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02F8-8E9E-5F56-7EF1-71A0C32F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2479-5337-499F-926A-722CD755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A19F5-C9EB-7020-B29E-D3A58BFF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D131-2BA5-C17C-ED46-503D17BF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FF1A-7406-4165-D046-D3205570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2563-9083-14EC-D927-450E933C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39AD-09B6-3D25-FF16-6C337B8D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DD71-A4DD-B17E-1E25-25589CFD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3066-1151-9816-871E-E1898B93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6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789-975A-C27C-64DA-FEA479CA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7AC5-4F63-B59E-E9A3-15E103C3C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7B8D-8BF9-9018-79F7-961AA4109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8E0B5-2BC8-C92F-99E7-1E97017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AEBB-F3D7-ECB0-2E8E-75D604EE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286FE-16EA-EC2A-CBFE-E8105E5D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1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2128-9982-E49C-D08A-52AE1DB2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4836-45AF-0817-D783-4B44ABFB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9C14-442D-539A-4EF0-1E79ECC3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CAA6A-53BA-6A43-D62E-0D6C44BF0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739A2-C2A8-1050-DA44-C6939FA28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F49F5-F0A0-8307-1B3B-18CB9513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75015-E2B0-48F3-6948-28EA4926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73380-BD1B-A52B-CCE5-7B33A5AF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B755-113E-6B7D-A4B0-720E56C5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A1AF-188A-4DC8-4C79-8E2B07B1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4270A-548E-B654-E00B-FF7C9DC1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96945-55D4-9914-D02C-81F139A5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9CEC58-D582-F40F-DD9D-E9A3F2D0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73278-AF60-691D-A4FB-4F40C994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D2B1-CA62-EBD6-0DE9-C7E14233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50E1-F4E3-037F-C250-3A40BB32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277B-FD87-E925-1896-850365207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EC01-31F9-145F-E2CC-C5B17FD2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E4C42-F673-BE08-8E5F-1BA584C9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69E6-9EA8-64CB-B141-99954A84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260DA-F011-91DD-DDF4-3F8F4DE9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F0D5-7CAA-766D-C0AA-2702B29D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99069-586A-8737-0637-0B68264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30584-AC19-EF27-FE16-69CAD34F2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83F4E-10CB-80E7-3A7C-CB923819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48EE-DF3F-C185-15A6-203C0B48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76B75-6E64-C2B0-B971-D6243143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5A89-3495-3AC3-F37B-CAFE858C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5B39F-6154-9A2A-EA23-B9CEAE91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9C89-7099-40AB-50A6-1A1D7927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8F98-3AF8-DE88-B8C6-6098E614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32A8-95E7-18F6-16E1-E693CCA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3C0AA-D680-2408-27CA-A81A887A1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E5BD7-345A-3101-5690-5C72ADDC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4ABA-D266-3CBA-DD7B-F8BD58A2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20431-5BF9-8585-B5A5-33BF72E5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FA9B-BA66-7AE6-B01D-6603F8C1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6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Text Only">
  <p:cSld name="9. Text Only">
    <p:spTree>
      <p:nvGrpSpPr>
        <p:cNvPr id="1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p246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46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3" name="Google Shape;3593;p246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95" name="Google Shape;3595;p246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46"/>
          <p:cNvSpPr txBox="1">
            <a:spLocks noGrp="1"/>
          </p:cNvSpPr>
          <p:nvPr>
            <p:ph type="body" idx="3"/>
          </p:nvPr>
        </p:nvSpPr>
        <p:spPr>
          <a:xfrm>
            <a:off x="233" y="1712333"/>
            <a:ext cx="12192000" cy="4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457200" bIns="914400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1067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1067"/>
              </a:spcBef>
              <a:spcAft>
                <a:spcPts val="1067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2397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Activity">
  <p:cSld name="12. Activity"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249"/>
          <p:cNvSpPr txBox="1">
            <a:spLocks noGrp="1"/>
          </p:cNvSpPr>
          <p:nvPr>
            <p:ph type="title"/>
          </p:nvPr>
        </p:nvSpPr>
        <p:spPr>
          <a:xfrm>
            <a:off x="-134800" y="5646133"/>
            <a:ext cx="11960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9125" rIns="10058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19" name="Google Shape;3619;p24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621" name="Google Shape;3621;p249"/>
          <p:cNvSpPr txBox="1">
            <a:spLocks noGrp="1"/>
          </p:cNvSpPr>
          <p:nvPr>
            <p:ph type="subTitle" idx="1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22" name="Google Shape;3622;p249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460400" cy="36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300" tIns="0" rIns="457200" bIns="4572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3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. Bullets 1–4 (Yellow/Green)">
  <p:cSld name="26. Bullets 1–4 (Yellow/Green)"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209"/>
          <p:cNvSpPr/>
          <p:nvPr/>
        </p:nvSpPr>
        <p:spPr>
          <a:xfrm>
            <a:off x="1803400" y="1838433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4" name="Google Shape;2924;p209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wrap="square" lIns="457200" tIns="182875" rIns="27430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25" name="Google Shape;2925;p209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wrap="square" lIns="457200" tIns="91425" rIns="45720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2926" name="Google Shape;2926;p209"/>
          <p:cNvCxnSpPr/>
          <p:nvPr/>
        </p:nvCxnSpPr>
        <p:spPr>
          <a:xfrm>
            <a:off x="365833" y="8534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7" name="Google Shape;2927;p209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 rtl="0">
              <a:buNone/>
              <a:defRPr sz="800">
                <a:solidFill>
                  <a:srgbClr val="000000"/>
                </a:solidFill>
              </a:defRPr>
            </a:lvl1pPr>
            <a:lvl2pPr lvl="1" rtl="0">
              <a:buNone/>
              <a:defRPr sz="800">
                <a:solidFill>
                  <a:srgbClr val="000000"/>
                </a:solidFill>
              </a:defRPr>
            </a:lvl2pPr>
            <a:lvl3pPr lvl="2" rtl="0">
              <a:buNone/>
              <a:defRPr sz="800">
                <a:solidFill>
                  <a:srgbClr val="000000"/>
                </a:solidFill>
              </a:defRPr>
            </a:lvl3pPr>
            <a:lvl4pPr lvl="3" rtl="0">
              <a:buNone/>
              <a:defRPr sz="800">
                <a:solidFill>
                  <a:srgbClr val="000000"/>
                </a:solidFill>
              </a:defRPr>
            </a:lvl4pPr>
            <a:lvl5pPr lvl="4" rtl="0">
              <a:buNone/>
              <a:defRPr sz="800">
                <a:solidFill>
                  <a:srgbClr val="000000"/>
                </a:solidFill>
              </a:defRPr>
            </a:lvl5pPr>
            <a:lvl6pPr lvl="5" rtl="0">
              <a:buNone/>
              <a:defRPr sz="800">
                <a:solidFill>
                  <a:srgbClr val="000000"/>
                </a:solidFill>
              </a:defRPr>
            </a:lvl6pPr>
            <a:lvl7pPr lvl="6" rtl="0">
              <a:buNone/>
              <a:defRPr sz="800">
                <a:solidFill>
                  <a:srgbClr val="000000"/>
                </a:solidFill>
              </a:defRPr>
            </a:lvl7pPr>
            <a:lvl8pPr lvl="7" rtl="0">
              <a:buNone/>
              <a:defRPr sz="800">
                <a:solidFill>
                  <a:srgbClr val="000000"/>
                </a:solidFill>
              </a:defRPr>
            </a:lvl8pPr>
            <a:lvl9pPr lvl="8" rtl="0">
              <a:buNone/>
              <a:defRPr sz="8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28" name="Google Shape;2928;p209"/>
          <p:cNvCxnSpPr/>
          <p:nvPr/>
        </p:nvCxnSpPr>
        <p:spPr>
          <a:xfrm>
            <a:off x="365760" y="6541940"/>
            <a:ext cx="11460800" cy="13600"/>
          </a:xfrm>
          <a:prstGeom prst="straightConnector1">
            <a:avLst/>
          </a:prstGeom>
          <a:noFill/>
          <a:ln w="9525" cap="flat" cmpd="sng">
            <a:solidFill>
              <a:srgbClr val="A9B7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9" name="Google Shape;2929;p209"/>
          <p:cNvSpPr txBox="1">
            <a:spLocks noGrp="1"/>
          </p:cNvSpPr>
          <p:nvPr>
            <p:ph type="subTitle" idx="2"/>
          </p:nvPr>
        </p:nvSpPr>
        <p:spPr>
          <a:xfrm>
            <a:off x="-16400" y="6555533"/>
            <a:ext cx="10629200" cy="302400"/>
          </a:xfrm>
          <a:prstGeom prst="rect">
            <a:avLst/>
          </a:prstGeom>
        </p:spPr>
        <p:txBody>
          <a:bodyPr spcFirstLastPara="1" wrap="square" lIns="274300" tIns="457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0" name="Google Shape;2930;p209"/>
          <p:cNvSpPr txBox="1">
            <a:spLocks noGrp="1"/>
          </p:cNvSpPr>
          <p:nvPr>
            <p:ph type="subTitle" idx="3"/>
          </p:nvPr>
        </p:nvSpPr>
        <p:spPr>
          <a:xfrm>
            <a:off x="16300" y="1864000"/>
            <a:ext cx="121920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1" name="Google Shape;2931;p209"/>
          <p:cNvSpPr/>
          <p:nvPr/>
        </p:nvSpPr>
        <p:spPr>
          <a:xfrm>
            <a:off x="1803400" y="2974848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2" name="Google Shape;2932;p209"/>
          <p:cNvSpPr/>
          <p:nvPr/>
        </p:nvSpPr>
        <p:spPr>
          <a:xfrm>
            <a:off x="1803400" y="4098467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3" name="Google Shape;2933;p209"/>
          <p:cNvSpPr/>
          <p:nvPr/>
        </p:nvSpPr>
        <p:spPr>
          <a:xfrm>
            <a:off x="1803400" y="5225300"/>
            <a:ext cx="10022800" cy="82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4" name="Google Shape;2934;p209"/>
          <p:cNvSpPr txBox="1">
            <a:spLocks noGrp="1"/>
          </p:cNvSpPr>
          <p:nvPr>
            <p:ph type="subTitle" idx="4"/>
          </p:nvPr>
        </p:nvSpPr>
        <p:spPr>
          <a:xfrm>
            <a:off x="-16300" y="2978067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5" name="Google Shape;2935;p209"/>
          <p:cNvSpPr txBox="1">
            <a:spLocks noGrp="1"/>
          </p:cNvSpPr>
          <p:nvPr>
            <p:ph type="subTitle" idx="5"/>
          </p:nvPr>
        </p:nvSpPr>
        <p:spPr>
          <a:xfrm>
            <a:off x="0" y="41017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36" name="Google Shape;2936;p209"/>
          <p:cNvSpPr txBox="1">
            <a:spLocks noGrp="1"/>
          </p:cNvSpPr>
          <p:nvPr>
            <p:ph type="subTitle" idx="6"/>
          </p:nvPr>
        </p:nvSpPr>
        <p:spPr>
          <a:xfrm>
            <a:off x="-16400" y="5225300"/>
            <a:ext cx="12224800" cy="809200"/>
          </a:xfrm>
          <a:prstGeom prst="rect">
            <a:avLst/>
          </a:prstGeom>
        </p:spPr>
        <p:txBody>
          <a:bodyPr spcFirstLastPara="1" wrap="square" lIns="1554475" tIns="0" rIns="45720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37" name="Google Shape;2937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1870415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2969464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6409" y="5222097"/>
            <a:ext cx="1047423" cy="8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209"/>
          <p:cNvPicPr preferRelativeResize="0"/>
          <p:nvPr/>
        </p:nvPicPr>
        <p:blipFill rotWithShape="1">
          <a:blip r:embed="rId2">
            <a:alphaModFix/>
          </a:blip>
          <a:srcRect t="1830" b="1830"/>
          <a:stretch/>
        </p:blipFill>
        <p:spPr>
          <a:xfrm>
            <a:off x="573025" y="4109681"/>
            <a:ext cx="1047423" cy="80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60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66CCE-7051-D813-F46E-D1431981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B23E-43C2-CFB0-71BE-ADAD573D7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6007-6AC2-AB21-A487-80F7F9223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AB6AB-B19C-4A18-B35D-F02BE370A67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E16FA-3667-276A-432B-C94778CB9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2A165-1336-DA6B-4342-368466A5D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7E557-5186-4E40-A4E0-0B776B39C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9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70" r:id="rId12"/>
    <p:sldLayoutId id="2147483871" r:id="rId13"/>
    <p:sldLayoutId id="21474838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5E2C-E9D4-5293-77D7-487B946CC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186057" cy="2387600"/>
          </a:xfrm>
        </p:spPr>
        <p:txBody>
          <a:bodyPr/>
          <a:lstStyle/>
          <a:p>
            <a:pPr algn="ctr"/>
            <a:r>
              <a:rPr lang="en-US" dirty="0"/>
              <a:t>REPORTS IN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4649-2DA0-59F0-EC18-EC8378299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Ahmad Mousa </a:t>
            </a:r>
          </a:p>
        </p:txBody>
      </p:sp>
    </p:spTree>
    <p:extLst>
      <p:ext uri="{BB962C8B-B14F-4D97-AF65-F5344CB8AC3E}">
        <p14:creationId xmlns:p14="http://schemas.microsoft.com/office/powerpoint/2010/main" val="74843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Google Shape;5940;p388"/>
          <p:cNvSpPr txBox="1">
            <a:spLocks noGrp="1"/>
          </p:cNvSpPr>
          <p:nvPr>
            <p:ph type="title"/>
          </p:nvPr>
        </p:nvSpPr>
        <p:spPr>
          <a:xfrm>
            <a:off x="-16400" y="0"/>
            <a:ext cx="12224800" cy="711600"/>
          </a:xfrm>
          <a:prstGeom prst="rect">
            <a:avLst/>
          </a:prstGeom>
        </p:spPr>
        <p:txBody>
          <a:bodyPr spcFirstLastPara="1" vert="horz" wrap="square" lIns="609600" tIns="243833" rIns="365733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/>
              <a:t>Class Objectives</a:t>
            </a:r>
            <a:endParaRPr>
              <a:solidFill>
                <a:schemeClr val="dk1"/>
              </a:solidFill>
            </a:endParaRPr>
          </a:p>
          <a:p>
            <a:endParaRPr>
              <a:solidFill>
                <a:schemeClr val="dk1"/>
              </a:solidFill>
            </a:endParaRPr>
          </a:p>
        </p:txBody>
      </p:sp>
      <p:sp>
        <p:nvSpPr>
          <p:cNvPr id="5941" name="Google Shape;5941;p388"/>
          <p:cNvSpPr txBox="1">
            <a:spLocks noGrp="1"/>
          </p:cNvSpPr>
          <p:nvPr>
            <p:ph type="sldNum" idx="12"/>
          </p:nvPr>
        </p:nvSpPr>
        <p:spPr>
          <a:xfrm>
            <a:off x="11477033" y="6609600"/>
            <a:ext cx="349200" cy="140800"/>
          </a:xfrm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5942" name="Google Shape;5942;p388"/>
          <p:cNvSpPr txBox="1">
            <a:spLocks noGrp="1"/>
          </p:cNvSpPr>
          <p:nvPr>
            <p:ph type="subTitle" idx="1"/>
          </p:nvPr>
        </p:nvSpPr>
        <p:spPr>
          <a:xfrm>
            <a:off x="0" y="901300"/>
            <a:ext cx="12192000" cy="486400"/>
          </a:xfrm>
          <a:prstGeom prst="rect">
            <a:avLst/>
          </a:prstGeom>
        </p:spPr>
        <p:txBody>
          <a:bodyPr spcFirstLastPara="1" vert="horz" wrap="square" lIns="609600" tIns="121900" rIns="609600" bIns="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>
                <a:solidFill>
                  <a:schemeClr val="dk1"/>
                </a:solidFill>
              </a:rPr>
              <a:t>By the end of this lesson, you will be able to:</a:t>
            </a:r>
            <a:endParaRPr/>
          </a:p>
        </p:txBody>
      </p:sp>
      <p:sp>
        <p:nvSpPr>
          <p:cNvPr id="5943" name="Google Shape;5943;p388"/>
          <p:cNvSpPr txBox="1">
            <a:spLocks noGrp="1"/>
          </p:cNvSpPr>
          <p:nvPr>
            <p:ph type="subTitle" idx="3"/>
          </p:nvPr>
        </p:nvSpPr>
        <p:spPr>
          <a:xfrm>
            <a:off x="16300" y="2025339"/>
            <a:ext cx="121920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a Power BI Report</a:t>
            </a:r>
          </a:p>
        </p:txBody>
      </p:sp>
      <p:sp>
        <p:nvSpPr>
          <p:cNvPr id="5944" name="Google Shape;5944;p388"/>
          <p:cNvSpPr txBox="1">
            <a:spLocks noGrp="1"/>
          </p:cNvSpPr>
          <p:nvPr>
            <p:ph type="subTitle" idx="4"/>
          </p:nvPr>
        </p:nvSpPr>
        <p:spPr>
          <a:xfrm>
            <a:off x="-16400" y="3148560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2000" dirty="0"/>
              <a:t>Add a filter to a Report in Power BI</a:t>
            </a:r>
          </a:p>
        </p:txBody>
      </p:sp>
      <p:sp>
        <p:nvSpPr>
          <p:cNvPr id="5945" name="Google Shape;5945;p388"/>
          <p:cNvSpPr txBox="1">
            <a:spLocks noGrp="1"/>
          </p:cNvSpPr>
          <p:nvPr>
            <p:ph type="subTitle" idx="5"/>
          </p:nvPr>
        </p:nvSpPr>
        <p:spPr>
          <a:xfrm>
            <a:off x="0" y="4266092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Create Report with Interactions</a:t>
            </a:r>
          </a:p>
        </p:txBody>
      </p:sp>
      <p:sp>
        <p:nvSpPr>
          <p:cNvPr id="5946" name="Google Shape;5946;p388"/>
          <p:cNvSpPr txBox="1">
            <a:spLocks noGrp="1"/>
          </p:cNvSpPr>
          <p:nvPr>
            <p:ph type="subTitle" idx="6"/>
          </p:nvPr>
        </p:nvSpPr>
        <p:spPr>
          <a:xfrm>
            <a:off x="-16400" y="5400156"/>
            <a:ext cx="12224800" cy="809200"/>
          </a:xfrm>
          <a:prstGeom prst="rect">
            <a:avLst/>
          </a:prstGeom>
        </p:spPr>
        <p:txBody>
          <a:bodyPr spcFirstLastPara="1" vert="horz" wrap="square" lIns="2072633" tIns="0" rIns="609600" bIns="0" rtlCol="0" anchor="ctr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sz="1867" dirty="0"/>
              <a:t>Publish, save and Share Reports in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39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pic>
        <p:nvPicPr>
          <p:cNvPr id="5958" name="Google Shape;5958;p3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2363750" y="1062335"/>
            <a:ext cx="79652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Create a Power BI Report</a:t>
            </a:r>
          </a:p>
        </p:txBody>
      </p:sp>
    </p:spTree>
    <p:extLst>
      <p:ext uri="{BB962C8B-B14F-4D97-AF65-F5344CB8AC3E}">
        <p14:creationId xmlns:p14="http://schemas.microsoft.com/office/powerpoint/2010/main" val="212359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graph&#10;&#10;Description automatically generated">
            <a:extLst>
              <a:ext uri="{FF2B5EF4-FFF2-40B4-BE49-F238E27FC236}">
                <a16:creationId xmlns:a16="http://schemas.microsoft.com/office/drawing/2014/main" id="{447AE9EF-D05A-8216-45CD-ADCA86006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29775"/>
            <a:ext cx="10905066" cy="41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4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1142999" y="1441021"/>
            <a:ext cx="11477715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Demonstration: Create a Power BI Report</a:t>
            </a:r>
            <a:br>
              <a:rPr lang="en-US" sz="3067" b="1" dirty="0"/>
            </a:br>
            <a:endParaRPr lang="en-US"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4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C84FB9-686D-9B7B-7BE0-5D4BF259CB49}"/>
              </a:ext>
            </a:extLst>
          </p:cNvPr>
          <p:cNvSpPr txBox="1"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pic>
        <p:nvPicPr>
          <p:cNvPr id="8" name="Picture 7" descr="A group of hands with their hands raised&#10;&#10;Description automatically generated">
            <a:extLst>
              <a:ext uri="{FF2B5EF4-FFF2-40B4-BE49-F238E27FC236}">
                <a16:creationId xmlns:a16="http://schemas.microsoft.com/office/drawing/2014/main" id="{EFB8A6E5-CB28-2BCB-2F87-E707279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7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Students Do: </a:t>
            </a:r>
            <a:r>
              <a:rPr lang="en-US" sz="3067" b="1" dirty="0"/>
              <a:t>Create a Power BI Report</a:t>
            </a:r>
            <a:br>
              <a:rPr lang="en-US" sz="3067" b="1" dirty="0"/>
            </a:br>
            <a:endParaRPr sz="3067" b="1" dirty="0"/>
          </a:p>
          <a:p>
            <a:pPr>
              <a:buClr>
                <a:schemeClr val="dk1"/>
              </a:buClr>
              <a:buSzPts val="1100"/>
            </a:pP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>
              <a:buClr>
                <a:schemeClr val="dk1"/>
              </a:buClr>
              <a:buSzPts val="1100"/>
            </a:pP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 minutes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bar chart with black background&#10;&#10;Description automatically generated">
            <a:extLst>
              <a:ext uri="{FF2B5EF4-FFF2-40B4-BE49-F238E27FC236}">
                <a16:creationId xmlns:a16="http://schemas.microsoft.com/office/drawing/2014/main" id="{1780E563-1659-D578-EFB5-005558FB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2694214"/>
            <a:ext cx="7402286" cy="41637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CA45DE-0E5A-2BCE-8D6A-969F4E4DAD2D}"/>
              </a:ext>
            </a:extLst>
          </p:cNvPr>
          <p:cNvSpPr/>
          <p:nvPr/>
        </p:nvSpPr>
        <p:spPr>
          <a:xfrm>
            <a:off x="1335301" y="1062335"/>
            <a:ext cx="100221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rgbClr val="FFC000"/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Reports Filter and Interactions  </a:t>
            </a:r>
          </a:p>
        </p:txBody>
      </p:sp>
    </p:spTree>
    <p:extLst>
      <p:ext uri="{BB962C8B-B14F-4D97-AF65-F5344CB8AC3E}">
        <p14:creationId xmlns:p14="http://schemas.microsoft.com/office/powerpoint/2010/main" val="195998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849087" y="1441021"/>
            <a:ext cx="11202114" cy="1465899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067" b="1" dirty="0"/>
              <a:t>Instructor Demonstration</a:t>
            </a:r>
            <a:r>
              <a:rPr lang="en" sz="3067" b="1" dirty="0"/>
              <a:t>: </a:t>
            </a:r>
            <a:r>
              <a:rPr lang="en-US" sz="3067" b="1" dirty="0"/>
              <a:t>Report filter and Interactions</a:t>
            </a:r>
            <a:endParaRPr sz="3067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C09200">
              <a:alpha val="49804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 minutes </a:t>
            </a:r>
          </a:p>
        </p:txBody>
      </p:sp>
      <p:pic>
        <p:nvPicPr>
          <p:cNvPr id="12" name="Picture 11" descr="A person standing in front of a board&#10;&#10;Description automatically generated">
            <a:extLst>
              <a:ext uri="{FF2B5EF4-FFF2-40B4-BE49-F238E27FC236}">
                <a16:creationId xmlns:a16="http://schemas.microsoft.com/office/drawing/2014/main" id="{BDD304A6-4CD0-33A5-D245-AA55A5792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991"/>
            <a:ext cx="3977456" cy="40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4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22E2CD5-89E1-61E3-81F0-7CAD769EC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20724"/>
            <a:ext cx="10905066" cy="44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5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3640CD4-1328-D801-23AE-CFD7C1401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20835"/>
            <a:ext cx="10905066" cy="501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56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8" name="Google Shape;5978;p3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609600" tIns="12167" rIns="1341100" bIns="0" rtlCol="0" anchor="t" anchorCtr="0">
            <a:noAutofit/>
          </a:bodyPr>
          <a:lstStyle/>
          <a:p>
            <a:r>
              <a:rPr lang="en" dirty="0"/>
              <a:t>  10 Minutes</a:t>
            </a:r>
            <a:endParaRPr dirty="0"/>
          </a:p>
        </p:txBody>
      </p:sp>
      <p:sp>
        <p:nvSpPr>
          <p:cNvPr id="5979" name="Google Shape;5979;p39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sp>
        <p:nvSpPr>
          <p:cNvPr id="5981" name="Google Shape;5981;p393"/>
          <p:cNvSpPr txBox="1">
            <a:spLocks noGrp="1"/>
          </p:cNvSpPr>
          <p:nvPr>
            <p:ph type="title" idx="2"/>
          </p:nvPr>
        </p:nvSpPr>
        <p:spPr>
          <a:xfrm>
            <a:off x="365200" y="1390500"/>
            <a:ext cx="11686000" cy="3685600"/>
          </a:xfrm>
          <a:prstGeom prst="rect">
            <a:avLst/>
          </a:prstGeom>
        </p:spPr>
        <p:txBody>
          <a:bodyPr spcFirstLastPara="1" vert="horz" wrap="square" lIns="3413733" tIns="0" rIns="609600" bIns="6096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067" b="1" dirty="0"/>
              <a:t>Everyone Do: </a:t>
            </a:r>
            <a:r>
              <a:rPr lang="en-US" sz="3067" b="1" dirty="0"/>
              <a:t>Report filter</a:t>
            </a:r>
            <a:endParaRPr sz="25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Picture 4" descr="A pen and pencil with a black background&#10;&#10;Description automatically generated">
            <a:extLst>
              <a:ext uri="{FF2B5EF4-FFF2-40B4-BE49-F238E27FC236}">
                <a16:creationId xmlns:a16="http://schemas.microsoft.com/office/drawing/2014/main" id="{3D4352F9-81A4-3797-0CFF-9F8D6E747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00" y="428610"/>
            <a:ext cx="4133943" cy="41339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6E8FB-5CDF-A9C2-62AB-B8EF12F5377E}"/>
              </a:ext>
            </a:extLst>
          </p:cNvPr>
          <p:cNvSpPr/>
          <p:nvPr/>
        </p:nvSpPr>
        <p:spPr>
          <a:xfrm>
            <a:off x="0" y="4684029"/>
            <a:ext cx="12192000" cy="1866837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ck with a bell&#10;&#10;Description automatically generated">
            <a:extLst>
              <a:ext uri="{FF2B5EF4-FFF2-40B4-BE49-F238E27FC236}">
                <a16:creationId xmlns:a16="http://schemas.microsoft.com/office/drawing/2014/main" id="{88A25E8B-E337-29D4-2624-D9E613FF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776" y="4730288"/>
            <a:ext cx="1474424" cy="1474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A1C98C-CBF1-4DF3-3F11-519189FD83DE}"/>
              </a:ext>
            </a:extLst>
          </p:cNvPr>
          <p:cNvSpPr txBox="1"/>
          <p:nvPr/>
        </p:nvSpPr>
        <p:spPr>
          <a:xfrm>
            <a:off x="7881257" y="5076100"/>
            <a:ext cx="262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Suggested Time: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6F87-EB2A-AA3D-0D4B-F4A66B100DCD}"/>
              </a:ext>
            </a:extLst>
          </p:cNvPr>
          <p:cNvSpPr txBox="1"/>
          <p:nvPr/>
        </p:nvSpPr>
        <p:spPr>
          <a:xfrm>
            <a:off x="8666492" y="5567098"/>
            <a:ext cx="2597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 minutes </a:t>
            </a:r>
          </a:p>
        </p:txBody>
      </p:sp>
    </p:spTree>
    <p:extLst>
      <p:ext uri="{BB962C8B-B14F-4D97-AF65-F5344CB8AC3E}">
        <p14:creationId xmlns:p14="http://schemas.microsoft.com/office/powerpoint/2010/main" val="1918344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topwatch with a red ribbon&#10;&#10;Description automatically generated">
            <a:extLst>
              <a:ext uri="{FF2B5EF4-FFF2-40B4-BE49-F238E27FC236}">
                <a16:creationId xmlns:a16="http://schemas.microsoft.com/office/drawing/2014/main" id="{DDB0DF0C-8F35-45FA-48E7-21E8F1DDE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889" y="643466"/>
            <a:ext cx="663222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2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a sand clock&#10;&#10;Description automatically generated">
            <a:extLst>
              <a:ext uri="{FF2B5EF4-FFF2-40B4-BE49-F238E27FC236}">
                <a16:creationId xmlns:a16="http://schemas.microsoft.com/office/drawing/2014/main" id="{E3920EF5-8A4A-9D80-D036-783325015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71" y="338861"/>
            <a:ext cx="6226629" cy="61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10974</TotalTime>
  <Words>139</Words>
  <Application>Microsoft Office PowerPoint</Application>
  <PresentationFormat>Widescreen</PresentationFormat>
  <Paragraphs>50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Roboto</vt:lpstr>
      <vt:lpstr>Roboto Light</vt:lpstr>
      <vt:lpstr>Roboto Medium</vt:lpstr>
      <vt:lpstr>Office Theme</vt:lpstr>
      <vt:lpstr>REPORTS IN POWER BI</vt:lpstr>
      <vt:lpstr>Class Objectives </vt:lpstr>
      <vt:lpstr>PowerPoint Presentation</vt:lpstr>
      <vt:lpstr>PowerPoint Presentation</vt:lpstr>
      <vt:lpstr>PowerPoint Presentation</vt:lpstr>
      <vt:lpstr>  10 Minutes</vt:lpstr>
      <vt:lpstr>PowerPoint Presentation</vt:lpstr>
      <vt:lpstr>  10 Minutes</vt:lpstr>
      <vt:lpstr>PowerPoint Presentation</vt:lpstr>
      <vt:lpstr>PowerPoint Presentation</vt:lpstr>
      <vt:lpstr>  10 Minutes</vt:lpstr>
      <vt:lpstr>PowerPoint Presentation</vt:lpstr>
      <vt:lpstr>PowerPoint Presentation</vt:lpstr>
      <vt:lpstr>  10 Minutes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Mousa</dc:creator>
  <cp:lastModifiedBy>Ahmad Mousa</cp:lastModifiedBy>
  <cp:revision>19</cp:revision>
  <dcterms:created xsi:type="dcterms:W3CDTF">2024-11-06T17:37:33Z</dcterms:created>
  <dcterms:modified xsi:type="dcterms:W3CDTF">2024-12-09T17:46:30Z</dcterms:modified>
</cp:coreProperties>
</file>