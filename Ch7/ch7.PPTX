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57" r:id="rId1"/>
  </p:sldMasterIdLst>
  <p:notesMasterIdLst>
    <p:notesMasterId r:id="rId36"/>
  </p:notesMasterIdLst>
  <p:sldIdLst>
    <p:sldId id="256" r:id="rId2"/>
    <p:sldId id="268" r:id="rId3"/>
    <p:sldId id="259" r:id="rId4"/>
    <p:sldId id="287" r:id="rId5"/>
    <p:sldId id="288" r:id="rId6"/>
    <p:sldId id="289" r:id="rId7"/>
    <p:sldId id="291" r:id="rId8"/>
    <p:sldId id="267" r:id="rId9"/>
    <p:sldId id="290" r:id="rId10"/>
    <p:sldId id="295" r:id="rId11"/>
    <p:sldId id="296" r:id="rId12"/>
    <p:sldId id="297" r:id="rId13"/>
    <p:sldId id="299" r:id="rId14"/>
    <p:sldId id="300" r:id="rId15"/>
    <p:sldId id="266" r:id="rId16"/>
    <p:sldId id="292" r:id="rId17"/>
    <p:sldId id="269" r:id="rId18"/>
    <p:sldId id="278" r:id="rId19"/>
    <p:sldId id="293" r:id="rId20"/>
    <p:sldId id="282" r:id="rId21"/>
    <p:sldId id="294" r:id="rId22"/>
    <p:sldId id="301" r:id="rId23"/>
    <p:sldId id="327" r:id="rId24"/>
    <p:sldId id="306" r:id="rId25"/>
    <p:sldId id="307" r:id="rId26"/>
    <p:sldId id="310" r:id="rId27"/>
    <p:sldId id="308" r:id="rId28"/>
    <p:sldId id="302" r:id="rId29"/>
    <p:sldId id="303" r:id="rId30"/>
    <p:sldId id="304" r:id="rId31"/>
    <p:sldId id="305" r:id="rId32"/>
    <p:sldId id="312" r:id="rId33"/>
    <p:sldId id="313" r:id="rId34"/>
    <p:sldId id="286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092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17" autoAdjust="0"/>
    <p:restoredTop sz="94660"/>
  </p:normalViewPr>
  <p:slideViewPr>
    <p:cSldViewPr snapToGrid="0">
      <p:cViewPr varScale="1">
        <p:scale>
          <a:sx n="59" d="100"/>
          <a:sy n="59" d="100"/>
        </p:scale>
        <p:origin x="94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69141D-405F-4B53-9ED9-F5E6B9ACF4CF}" type="datetimeFigureOut">
              <a:rPr lang="en-US" smtClean="0"/>
              <a:t>12/2/2024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7C8F5E-759F-436F-8A80-239E61BF6B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41329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7" name="Google Shape;5937;gc69d1e7c39_0_47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38" name="Google Shape;5938;gc69d1e7c39_0_47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4" name="Google Shape;5954;g20c38ac825d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55" name="Google Shape;5955;g20c38ac825d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1.1 - temp 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5" name="Google Shape;5975;gc69d1e7c39_0_110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76" name="Google Shape;5976;gc69d1e7c39_0_110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chemeClr val="dk1"/>
                </a:solidFill>
              </a:rPr>
              <a:t>1.2</a:t>
            </a:r>
            <a:endParaRPr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rgbClr val="FF0000"/>
                </a:solidFill>
              </a:rPr>
              <a:t> </a:t>
            </a:r>
            <a:endParaRPr b="1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77400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5" name="Google Shape;5975;gc69d1e7c39_0_110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76" name="Google Shape;5976;gc69d1e7c39_0_110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chemeClr val="dk1"/>
                </a:solidFill>
              </a:rPr>
              <a:t>1.2</a:t>
            </a:r>
            <a:endParaRPr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rgbClr val="FF0000"/>
                </a:solidFill>
              </a:rPr>
              <a:t> </a:t>
            </a:r>
            <a:endParaRPr b="1">
              <a:solidFill>
                <a:srgbClr val="FF0000"/>
              </a:solidFill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5" name="Google Shape;5975;gc69d1e7c39_0_110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76" name="Google Shape;5976;gc69d1e7c39_0_110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chemeClr val="dk1"/>
                </a:solidFill>
              </a:rPr>
              <a:t>1.2</a:t>
            </a:r>
            <a:endParaRPr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rgbClr val="FF0000"/>
                </a:solidFill>
              </a:rPr>
              <a:t> </a:t>
            </a:r>
            <a:endParaRPr b="1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18616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5" name="Google Shape;5975;gc69d1e7c39_0_110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76" name="Google Shape;5976;gc69d1e7c39_0_110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chemeClr val="dk1"/>
                </a:solidFill>
              </a:rPr>
              <a:t>1.2</a:t>
            </a:r>
            <a:endParaRPr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rgbClr val="FF0000"/>
                </a:solidFill>
              </a:rPr>
              <a:t> </a:t>
            </a:r>
            <a:endParaRPr b="1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95143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6" name="Google Shape;6076;gc69d1e7c39_0_110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77" name="Google Shape;6077;gc69d1e7c39_0_110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rgbClr val="24292E"/>
                </a:solidFill>
              </a:rPr>
              <a:t>2.2</a:t>
            </a:r>
            <a:endParaRPr b="1">
              <a:solidFill>
                <a:srgbClr val="24292E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endParaRPr sz="1200">
              <a:solidFill>
                <a:srgbClr val="24292E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200">
              <a:solidFill>
                <a:srgbClr val="24292E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200">
              <a:solidFill>
                <a:srgbClr val="24292E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endParaRPr sz="1200">
              <a:solidFill>
                <a:srgbClr val="24292E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24292E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rgbClr val="24292E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24292E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200">
              <a:solidFill>
                <a:srgbClr val="24292E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200">
              <a:solidFill>
                <a:srgbClr val="24292E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b="1">
              <a:solidFill>
                <a:srgbClr val="24292E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https://community.fabric.microsoft.com/t5/Data-Stories-Gallery/Visualizing-Merge-Join-Types-in-Power-BI/m-p/219906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7C8F5E-759F-436F-8A80-239E61BF6BDC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950645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5" name="Google Shape;5975;gc69d1e7c39_0_110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76" name="Google Shape;5976;gc69d1e7c39_0_110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chemeClr val="dk1"/>
                </a:solidFill>
              </a:rPr>
              <a:t>1.2</a:t>
            </a:r>
            <a:endParaRPr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rgbClr val="FF0000"/>
                </a:solidFill>
              </a:rPr>
              <a:t> </a:t>
            </a:r>
            <a:endParaRPr b="1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364897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6" name="Google Shape;6076;gc69d1e7c39_0_110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77" name="Google Shape;6077;gc69d1e7c39_0_110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rgbClr val="24292E"/>
                </a:solidFill>
              </a:rPr>
              <a:t>2.2</a:t>
            </a:r>
            <a:endParaRPr b="1">
              <a:solidFill>
                <a:srgbClr val="24292E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endParaRPr sz="1200">
              <a:solidFill>
                <a:srgbClr val="24292E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200">
              <a:solidFill>
                <a:srgbClr val="24292E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200">
              <a:solidFill>
                <a:srgbClr val="24292E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endParaRPr sz="1200">
              <a:solidFill>
                <a:srgbClr val="24292E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24292E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rgbClr val="24292E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24292E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200">
              <a:solidFill>
                <a:srgbClr val="24292E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200">
              <a:solidFill>
                <a:srgbClr val="24292E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b="1">
              <a:solidFill>
                <a:srgbClr val="24292E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b="1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018052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5" name="Google Shape;5975;gc69d1e7c39_0_110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76" name="Google Shape;5976;gc69d1e7c39_0_110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chemeClr val="dk1"/>
                </a:solidFill>
              </a:rPr>
              <a:t>1.2</a:t>
            </a:r>
            <a:endParaRPr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rgbClr val="FF0000"/>
                </a:solidFill>
              </a:rPr>
              <a:t> </a:t>
            </a:r>
            <a:endParaRPr b="1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43746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A62207-0DD0-C04A-23F2-31B9668953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7C8647-D2A8-8859-6BB8-CEA2CF25BE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BC962A-5657-8484-FACA-AE91D79A55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AB6AB-B19C-4A18-B35D-F02BE370A671}" type="datetimeFigureOut">
              <a:rPr lang="en-US" smtClean="0"/>
              <a:t>12/2/2024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3E98C5-4066-11AA-44FB-CBAD8C6867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AE9AB9-2876-FBDF-9F41-87B064A5E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7E557-5186-4E40-A4E0-0B776B39CA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79336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77EB0-1132-B4C4-1655-24B4C9CBC8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4902F8-8E9E-5F56-7EF1-71A0C32F2D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72479-5337-499F-926A-722CD7554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AB6AB-B19C-4A18-B35D-F02BE370A671}" type="datetimeFigureOut">
              <a:rPr lang="en-US" smtClean="0"/>
              <a:t>12/2/2024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A19F5-C9EB-7020-B29E-D3A58BFF19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0AD131-2BA5-C17C-ED46-503D17BF1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7E557-5186-4E40-A4E0-0B776B39CA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8561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A5FF1A-7406-4165-D046-D32055706E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A02563-9083-14EC-D927-450E933C21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9639AD-09B6-3D25-FF16-6C337B8D9E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AB6AB-B19C-4A18-B35D-F02BE370A671}" type="datetimeFigureOut">
              <a:rPr lang="en-US" smtClean="0"/>
              <a:t>12/2/2024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7CDD71-A4DD-B17E-1E25-25589CFD46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F13066-1151-9816-871E-E1898B9349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7E557-5186-4E40-A4E0-0B776B39CA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2647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777789-975A-C27C-64DA-FEA479CA08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F27AC5-4F63-B59E-E9A3-15E103C3C5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7C7B8D-8BF9-9018-79F7-961AA4109F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E8E0B5-2BC8-C92F-99E7-1E97017659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AB6AB-B19C-4A18-B35D-F02BE370A671}" type="datetimeFigureOut">
              <a:rPr lang="en-US" smtClean="0"/>
              <a:t>12/2/2024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A7AEBB-F3D7-ECB0-2E8E-75D604EED3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B286FE-16EA-EC2A-CBFE-E8105E5DD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7E557-5186-4E40-A4E0-0B776B39CA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8169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0D2128-9982-E49C-D08A-52AE1DB272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084836-45AF-0817-D783-4B44ABFB0A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769C14-442D-539A-4EF0-1E79ECC34D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77CAA6A-53BA-6A43-D62E-0D6C44BF01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A9739A2-C2A8-1050-DA44-C6939FA289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DCF49F5-F0A0-8307-1B3B-18CB9513B0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AB6AB-B19C-4A18-B35D-F02BE370A671}" type="datetimeFigureOut">
              <a:rPr lang="en-US" smtClean="0"/>
              <a:t>12/2/2024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FB75015-E2B0-48F3-6948-28EA492675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8D73380-BD1B-A52B-CCE5-7B33A5AF3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7E557-5186-4E40-A4E0-0B776B39CA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60355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8DB755-113E-6B7D-A4B0-720E56C582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104A1AF-188A-4DC8-4C79-8E2B07B173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AB6AB-B19C-4A18-B35D-F02BE370A671}" type="datetimeFigureOut">
              <a:rPr lang="en-US" smtClean="0"/>
              <a:t>12/2/2024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64270A-548E-B654-E00B-FF7C9DC1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C96945-55D4-9914-D02C-81F139A5DA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7E557-5186-4E40-A4E0-0B776B39CA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45733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79CEC58-D582-F40F-DD9D-E9A3F2D07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AB6AB-B19C-4A18-B35D-F02BE370A671}" type="datetimeFigureOut">
              <a:rPr lang="en-US" smtClean="0"/>
              <a:t>12/2/2024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EA73278-AF60-691D-A4FB-4F40C9943A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5AD2B1-CA62-EBD6-0DE9-C7E142335B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7E557-5186-4E40-A4E0-0B776B39CA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4016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A850E1-F4E3-037F-C250-3A40BB323C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9E277B-FD87-E925-1896-8503652075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D7EC01-31F9-145F-E2CC-C5B17FD227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9E4C42-F673-BE08-8E5F-1BA584C956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AB6AB-B19C-4A18-B35D-F02BE370A671}" type="datetimeFigureOut">
              <a:rPr lang="en-US" smtClean="0"/>
              <a:t>12/2/2024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AC69E6-9EA8-64CB-B141-99954A8486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4260DA-F011-91DD-DDF4-3F8F4DE9B5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7E557-5186-4E40-A4E0-0B776B39CA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04757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81F0D5-7CAA-766D-C0AA-2702B29DF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799069-586A-8737-0637-0B682642A2D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130584-AC19-EF27-FE16-69CAD34F2D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F83F4E-10CB-80E7-3A7C-CB9238191D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AB6AB-B19C-4A18-B35D-F02BE370A671}" type="datetimeFigureOut">
              <a:rPr lang="en-US" smtClean="0"/>
              <a:t>12/2/2024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B148EE-DF3F-C185-15A6-203C0B485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676B75-6E64-C2B0-B971-D624314323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7E557-5186-4E40-A4E0-0B776B39CA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24072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15A89-3495-3AC3-F37B-CAFE858C5A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85B39F-6154-9A2A-EA23-B9CEAE91CF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1F9C89-7099-40AB-50A6-1A1D79275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AB6AB-B19C-4A18-B35D-F02BE370A671}" type="datetimeFigureOut">
              <a:rPr lang="en-US" smtClean="0"/>
              <a:t>12/2/2024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A38F98-3AF8-DE88-B8C6-6098E61446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F432A8-95E7-18F6-16E1-E693CCA27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7E557-5186-4E40-A4E0-0B776B39CA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16685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CC3C0AA-D680-2408-27CA-A81A887A1AC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0E5BD7-345A-3101-5690-5C72ADDC9E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694ABA-D266-3CBA-DD7B-F8BD58A2E2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AB6AB-B19C-4A18-B35D-F02BE370A671}" type="datetimeFigureOut">
              <a:rPr lang="en-US" smtClean="0"/>
              <a:t>12/2/2024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B20431-5BF9-8585-B5A5-33BF72E565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4AFA9B-BA66-7AE6-B01D-6603F8C12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7E557-5186-4E40-A4E0-0B776B39CA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7639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. Text Only">
  <p:cSld name="9. Text Only">
    <p:spTree>
      <p:nvGrpSpPr>
        <p:cNvPr id="1" name="Shape 3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0" name="Google Shape;3590;p246"/>
          <p:cNvSpPr txBox="1">
            <a:spLocks noGrp="1"/>
          </p:cNvSpPr>
          <p:nvPr>
            <p:ph type="title"/>
          </p:nvPr>
        </p:nvSpPr>
        <p:spPr>
          <a:xfrm>
            <a:off x="-16400" y="0"/>
            <a:ext cx="12224800" cy="7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00" tIns="182875" rIns="274300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3200"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3591" name="Google Shape;3591;p246"/>
          <p:cNvSpPr txBox="1">
            <a:spLocks noGrp="1"/>
          </p:cNvSpPr>
          <p:nvPr>
            <p:ph type="subTitle" idx="1"/>
          </p:nvPr>
        </p:nvSpPr>
        <p:spPr>
          <a:xfrm>
            <a:off x="0" y="901300"/>
            <a:ext cx="12192000" cy="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00" tIns="91425" rIns="45720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3593" name="Google Shape;3593;p246"/>
          <p:cNvSpPr txBox="1">
            <a:spLocks noGrp="1"/>
          </p:cNvSpPr>
          <p:nvPr>
            <p:ph type="sldNum" idx="12"/>
          </p:nvPr>
        </p:nvSpPr>
        <p:spPr>
          <a:xfrm>
            <a:off x="11477033" y="6609600"/>
            <a:ext cx="349200" cy="140800"/>
          </a:xfrm>
          <a:prstGeom prst="rect">
            <a:avLst/>
          </a:prstGeom>
        </p:spPr>
        <p:txBody>
          <a:bodyPr spcFirstLastPara="1" wrap="square" lIns="0" tIns="0" rIns="0" bIns="91425" anchor="t" anchorCtr="0">
            <a:noAutofit/>
          </a:bodyPr>
          <a:lstStyle>
            <a:lvl1pPr lvl="0" rtl="0">
              <a:buNone/>
              <a:defRPr sz="800">
                <a:solidFill>
                  <a:srgbClr val="000000"/>
                </a:solidFill>
              </a:defRPr>
            </a:lvl1pPr>
            <a:lvl2pPr lvl="1" rtl="0">
              <a:buNone/>
              <a:defRPr sz="800">
                <a:solidFill>
                  <a:srgbClr val="000000"/>
                </a:solidFill>
              </a:defRPr>
            </a:lvl2pPr>
            <a:lvl3pPr lvl="2" rtl="0">
              <a:buNone/>
              <a:defRPr sz="800">
                <a:solidFill>
                  <a:srgbClr val="000000"/>
                </a:solidFill>
              </a:defRPr>
            </a:lvl3pPr>
            <a:lvl4pPr lvl="3" rtl="0">
              <a:buNone/>
              <a:defRPr sz="800">
                <a:solidFill>
                  <a:srgbClr val="000000"/>
                </a:solidFill>
              </a:defRPr>
            </a:lvl4pPr>
            <a:lvl5pPr lvl="4" rtl="0">
              <a:buNone/>
              <a:defRPr sz="800">
                <a:solidFill>
                  <a:srgbClr val="000000"/>
                </a:solidFill>
              </a:defRPr>
            </a:lvl5pPr>
            <a:lvl6pPr lvl="5" rtl="0">
              <a:buNone/>
              <a:defRPr sz="800">
                <a:solidFill>
                  <a:srgbClr val="000000"/>
                </a:solidFill>
              </a:defRPr>
            </a:lvl6pPr>
            <a:lvl7pPr lvl="6" rtl="0">
              <a:buNone/>
              <a:defRPr sz="800">
                <a:solidFill>
                  <a:srgbClr val="000000"/>
                </a:solidFill>
              </a:defRPr>
            </a:lvl7pPr>
            <a:lvl8pPr lvl="7" rtl="0">
              <a:buNone/>
              <a:defRPr sz="800">
                <a:solidFill>
                  <a:srgbClr val="000000"/>
                </a:solidFill>
              </a:defRPr>
            </a:lvl8pPr>
            <a:lvl9pPr lvl="8" rtl="0">
              <a:buNone/>
              <a:defRPr sz="800">
                <a:solidFill>
                  <a:srgbClr val="000000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3595" name="Google Shape;3595;p246"/>
          <p:cNvSpPr txBox="1">
            <a:spLocks noGrp="1"/>
          </p:cNvSpPr>
          <p:nvPr>
            <p:ph type="subTitle" idx="2"/>
          </p:nvPr>
        </p:nvSpPr>
        <p:spPr>
          <a:xfrm>
            <a:off x="-16400" y="6555533"/>
            <a:ext cx="10629200" cy="3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300" tIns="4570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933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3596" name="Google Shape;3596;p246"/>
          <p:cNvSpPr txBox="1">
            <a:spLocks noGrp="1"/>
          </p:cNvSpPr>
          <p:nvPr>
            <p:ph type="body" idx="3"/>
          </p:nvPr>
        </p:nvSpPr>
        <p:spPr>
          <a:xfrm>
            <a:off x="233" y="1712333"/>
            <a:ext cx="12192000" cy="48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00" tIns="0" rIns="457200" bIns="914400" anchor="t" anchorCtr="0">
            <a:noAutofit/>
          </a:bodyPr>
          <a:lstStyle>
            <a:lvl1pPr marL="609585" lvl="0" indent="-423323" rtl="0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marL="1219170" lvl="1" indent="-423323" rtl="0">
              <a:spcBef>
                <a:spcPts val="1067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marL="1828754" lvl="2" indent="-423323" rtl="0">
              <a:spcBef>
                <a:spcPts val="1067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marL="2438339" lvl="3" indent="-423323" rtl="0">
              <a:spcBef>
                <a:spcPts val="1067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marL="3047924" lvl="4" indent="-423323" rtl="0">
              <a:spcBef>
                <a:spcPts val="1067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marL="3657509" lvl="5" indent="-423323" rtl="0">
              <a:spcBef>
                <a:spcPts val="1067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marL="4267093" lvl="6" indent="-423323" rtl="0">
              <a:spcBef>
                <a:spcPts val="1067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marL="4876678" lvl="7" indent="-423323" rtl="0">
              <a:spcBef>
                <a:spcPts val="1067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marL="5486263" lvl="8" indent="-423323" rtl="0">
              <a:spcBef>
                <a:spcPts val="1067"/>
              </a:spcBef>
              <a:spcAft>
                <a:spcPts val="1067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623978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2. Activity">
  <p:cSld name="12. Activity">
    <p:spTree>
      <p:nvGrpSpPr>
        <p:cNvPr id="1" name="Shape 3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6" name="Google Shape;3616;p249"/>
          <p:cNvSpPr txBox="1">
            <a:spLocks noGrp="1"/>
          </p:cNvSpPr>
          <p:nvPr>
            <p:ph type="title"/>
          </p:nvPr>
        </p:nvSpPr>
        <p:spPr>
          <a:xfrm>
            <a:off x="-134800" y="5646133"/>
            <a:ext cx="11960400" cy="8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00" tIns="9125" rIns="1005825" bIns="0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3619" name="Google Shape;3619;p249"/>
          <p:cNvSpPr txBox="1">
            <a:spLocks noGrp="1"/>
          </p:cNvSpPr>
          <p:nvPr>
            <p:ph type="sldNum" idx="12"/>
          </p:nvPr>
        </p:nvSpPr>
        <p:spPr>
          <a:xfrm>
            <a:off x="11477033" y="6609600"/>
            <a:ext cx="349200" cy="140800"/>
          </a:xfrm>
          <a:prstGeom prst="rect">
            <a:avLst/>
          </a:prstGeom>
        </p:spPr>
        <p:txBody>
          <a:bodyPr spcFirstLastPara="1" wrap="square" lIns="0" tIns="0" rIns="0" bIns="91425" anchor="t" anchorCtr="0">
            <a:noAutofit/>
          </a:bodyPr>
          <a:lstStyle>
            <a:lvl1pPr lvl="0" rtl="0">
              <a:buNone/>
              <a:defRPr sz="800">
                <a:solidFill>
                  <a:srgbClr val="000000"/>
                </a:solidFill>
              </a:defRPr>
            </a:lvl1pPr>
            <a:lvl2pPr lvl="1" rtl="0">
              <a:buNone/>
              <a:defRPr sz="800">
                <a:solidFill>
                  <a:srgbClr val="000000"/>
                </a:solidFill>
              </a:defRPr>
            </a:lvl2pPr>
            <a:lvl3pPr lvl="2" rtl="0">
              <a:buNone/>
              <a:defRPr sz="800">
                <a:solidFill>
                  <a:srgbClr val="000000"/>
                </a:solidFill>
              </a:defRPr>
            </a:lvl3pPr>
            <a:lvl4pPr lvl="3" rtl="0">
              <a:buNone/>
              <a:defRPr sz="800">
                <a:solidFill>
                  <a:srgbClr val="000000"/>
                </a:solidFill>
              </a:defRPr>
            </a:lvl4pPr>
            <a:lvl5pPr lvl="4" rtl="0">
              <a:buNone/>
              <a:defRPr sz="800">
                <a:solidFill>
                  <a:srgbClr val="000000"/>
                </a:solidFill>
              </a:defRPr>
            </a:lvl5pPr>
            <a:lvl6pPr lvl="5" rtl="0">
              <a:buNone/>
              <a:defRPr sz="800">
                <a:solidFill>
                  <a:srgbClr val="000000"/>
                </a:solidFill>
              </a:defRPr>
            </a:lvl6pPr>
            <a:lvl7pPr lvl="6" rtl="0">
              <a:buNone/>
              <a:defRPr sz="800">
                <a:solidFill>
                  <a:srgbClr val="000000"/>
                </a:solidFill>
              </a:defRPr>
            </a:lvl7pPr>
            <a:lvl8pPr lvl="7" rtl="0">
              <a:buNone/>
              <a:defRPr sz="800">
                <a:solidFill>
                  <a:srgbClr val="000000"/>
                </a:solidFill>
              </a:defRPr>
            </a:lvl8pPr>
            <a:lvl9pPr lvl="8" rtl="0">
              <a:buNone/>
              <a:defRPr sz="800">
                <a:solidFill>
                  <a:srgbClr val="000000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3621" name="Google Shape;3621;p249"/>
          <p:cNvSpPr txBox="1">
            <a:spLocks noGrp="1"/>
          </p:cNvSpPr>
          <p:nvPr>
            <p:ph type="subTitle" idx="1"/>
          </p:nvPr>
        </p:nvSpPr>
        <p:spPr>
          <a:xfrm>
            <a:off x="-16400" y="6555533"/>
            <a:ext cx="10629200" cy="3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300" tIns="4570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933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3622" name="Google Shape;3622;p249"/>
          <p:cNvSpPr txBox="1">
            <a:spLocks noGrp="1"/>
          </p:cNvSpPr>
          <p:nvPr>
            <p:ph type="title" idx="2"/>
          </p:nvPr>
        </p:nvSpPr>
        <p:spPr>
          <a:xfrm>
            <a:off x="365200" y="1390500"/>
            <a:ext cx="11460400" cy="368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60300" tIns="0" rIns="457200" bIns="4572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3200"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772398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6. Bullets 1–4 (Yellow/Green)">
  <p:cSld name="26. Bullets 1–4 (Yellow/Green)">
    <p:spTree>
      <p:nvGrpSpPr>
        <p:cNvPr id="1" name="Shape 2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3" name="Google Shape;2923;p209"/>
          <p:cNvSpPr/>
          <p:nvPr/>
        </p:nvSpPr>
        <p:spPr>
          <a:xfrm>
            <a:off x="1803400" y="1838433"/>
            <a:ext cx="10022800" cy="828400"/>
          </a:xfrm>
          <a:prstGeom prst="roundRect">
            <a:avLst>
              <a:gd name="adj" fmla="val 16667"/>
            </a:avLst>
          </a:prstGeom>
          <a:solidFill>
            <a:srgbClr val="F3F3F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924" name="Google Shape;2924;p209"/>
          <p:cNvSpPr txBox="1">
            <a:spLocks noGrp="1"/>
          </p:cNvSpPr>
          <p:nvPr>
            <p:ph type="title"/>
          </p:nvPr>
        </p:nvSpPr>
        <p:spPr>
          <a:xfrm>
            <a:off x="-16400" y="0"/>
            <a:ext cx="12224800" cy="711600"/>
          </a:xfrm>
          <a:prstGeom prst="rect">
            <a:avLst/>
          </a:prstGeom>
        </p:spPr>
        <p:txBody>
          <a:bodyPr spcFirstLastPara="1" wrap="square" lIns="457200" tIns="182875" rIns="274300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3200"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925" name="Google Shape;2925;p209"/>
          <p:cNvSpPr txBox="1">
            <a:spLocks noGrp="1"/>
          </p:cNvSpPr>
          <p:nvPr>
            <p:ph type="subTitle" idx="1"/>
          </p:nvPr>
        </p:nvSpPr>
        <p:spPr>
          <a:xfrm>
            <a:off x="0" y="901300"/>
            <a:ext cx="12192000" cy="486400"/>
          </a:xfrm>
          <a:prstGeom prst="rect">
            <a:avLst/>
          </a:prstGeom>
        </p:spPr>
        <p:txBody>
          <a:bodyPr spcFirstLastPara="1" wrap="square" lIns="457200" tIns="91425" rIns="45720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2133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2133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2133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2133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2133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2133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2133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2133"/>
              </a:spcBef>
              <a:spcAft>
                <a:spcPts val="2133"/>
              </a:spcAft>
              <a:buNone/>
              <a:defRPr/>
            </a:lvl9pPr>
          </a:lstStyle>
          <a:p>
            <a:endParaRPr/>
          </a:p>
        </p:txBody>
      </p:sp>
      <p:cxnSp>
        <p:nvCxnSpPr>
          <p:cNvPr id="2926" name="Google Shape;2926;p209"/>
          <p:cNvCxnSpPr/>
          <p:nvPr/>
        </p:nvCxnSpPr>
        <p:spPr>
          <a:xfrm>
            <a:off x="365833" y="853440"/>
            <a:ext cx="11460800" cy="13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927" name="Google Shape;2927;p209"/>
          <p:cNvSpPr txBox="1">
            <a:spLocks noGrp="1"/>
          </p:cNvSpPr>
          <p:nvPr>
            <p:ph type="sldNum" idx="12"/>
          </p:nvPr>
        </p:nvSpPr>
        <p:spPr>
          <a:xfrm>
            <a:off x="11477033" y="6609600"/>
            <a:ext cx="349200" cy="140800"/>
          </a:xfrm>
          <a:prstGeom prst="rect">
            <a:avLst/>
          </a:prstGeom>
        </p:spPr>
        <p:txBody>
          <a:bodyPr spcFirstLastPara="1" wrap="square" lIns="0" tIns="0" rIns="0" bIns="91425" anchor="t" anchorCtr="0">
            <a:noAutofit/>
          </a:bodyPr>
          <a:lstStyle>
            <a:lvl1pPr lvl="0" rtl="0">
              <a:buNone/>
              <a:defRPr sz="800">
                <a:solidFill>
                  <a:srgbClr val="000000"/>
                </a:solidFill>
              </a:defRPr>
            </a:lvl1pPr>
            <a:lvl2pPr lvl="1" rtl="0">
              <a:buNone/>
              <a:defRPr sz="800">
                <a:solidFill>
                  <a:srgbClr val="000000"/>
                </a:solidFill>
              </a:defRPr>
            </a:lvl2pPr>
            <a:lvl3pPr lvl="2" rtl="0">
              <a:buNone/>
              <a:defRPr sz="800">
                <a:solidFill>
                  <a:srgbClr val="000000"/>
                </a:solidFill>
              </a:defRPr>
            </a:lvl3pPr>
            <a:lvl4pPr lvl="3" rtl="0">
              <a:buNone/>
              <a:defRPr sz="800">
                <a:solidFill>
                  <a:srgbClr val="000000"/>
                </a:solidFill>
              </a:defRPr>
            </a:lvl4pPr>
            <a:lvl5pPr lvl="4" rtl="0">
              <a:buNone/>
              <a:defRPr sz="800">
                <a:solidFill>
                  <a:srgbClr val="000000"/>
                </a:solidFill>
              </a:defRPr>
            </a:lvl5pPr>
            <a:lvl6pPr lvl="5" rtl="0">
              <a:buNone/>
              <a:defRPr sz="800">
                <a:solidFill>
                  <a:srgbClr val="000000"/>
                </a:solidFill>
              </a:defRPr>
            </a:lvl6pPr>
            <a:lvl7pPr lvl="6" rtl="0">
              <a:buNone/>
              <a:defRPr sz="800">
                <a:solidFill>
                  <a:srgbClr val="000000"/>
                </a:solidFill>
              </a:defRPr>
            </a:lvl7pPr>
            <a:lvl8pPr lvl="7" rtl="0">
              <a:buNone/>
              <a:defRPr sz="800">
                <a:solidFill>
                  <a:srgbClr val="000000"/>
                </a:solidFill>
              </a:defRPr>
            </a:lvl8pPr>
            <a:lvl9pPr lvl="8" rtl="0">
              <a:buNone/>
              <a:defRPr sz="800">
                <a:solidFill>
                  <a:srgbClr val="000000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cxnSp>
        <p:nvCxnSpPr>
          <p:cNvPr id="2928" name="Google Shape;2928;p209"/>
          <p:cNvCxnSpPr/>
          <p:nvPr/>
        </p:nvCxnSpPr>
        <p:spPr>
          <a:xfrm>
            <a:off x="365760" y="6541940"/>
            <a:ext cx="11460800" cy="13600"/>
          </a:xfrm>
          <a:prstGeom prst="straightConnector1">
            <a:avLst/>
          </a:prstGeom>
          <a:noFill/>
          <a:ln w="9525" cap="flat" cmpd="sng">
            <a:solidFill>
              <a:srgbClr val="A9B7C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929" name="Google Shape;2929;p209"/>
          <p:cNvSpPr txBox="1">
            <a:spLocks noGrp="1"/>
          </p:cNvSpPr>
          <p:nvPr>
            <p:ph type="subTitle" idx="2"/>
          </p:nvPr>
        </p:nvSpPr>
        <p:spPr>
          <a:xfrm>
            <a:off x="-16400" y="6555533"/>
            <a:ext cx="10629200" cy="302400"/>
          </a:xfrm>
          <a:prstGeom prst="rect">
            <a:avLst/>
          </a:prstGeom>
        </p:spPr>
        <p:txBody>
          <a:bodyPr spcFirstLastPara="1" wrap="square" lIns="274300" tIns="4570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933"/>
            </a:lvl1pPr>
            <a:lvl2pPr lvl="1" rtl="0">
              <a:spcBef>
                <a:spcPts val="2133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2133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2133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2133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2133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2133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2133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2133"/>
              </a:spcBef>
              <a:spcAft>
                <a:spcPts val="2133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930" name="Google Shape;2930;p209"/>
          <p:cNvSpPr txBox="1">
            <a:spLocks noGrp="1"/>
          </p:cNvSpPr>
          <p:nvPr>
            <p:ph type="subTitle" idx="3"/>
          </p:nvPr>
        </p:nvSpPr>
        <p:spPr>
          <a:xfrm>
            <a:off x="16300" y="1864000"/>
            <a:ext cx="12192000" cy="809200"/>
          </a:xfrm>
          <a:prstGeom prst="rect">
            <a:avLst/>
          </a:prstGeom>
        </p:spPr>
        <p:txBody>
          <a:bodyPr spcFirstLastPara="1" wrap="square" lIns="1554475" tIns="0" rIns="457200" bIns="0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2133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2133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2133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2133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2133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2133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2133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2133"/>
              </a:spcBef>
              <a:spcAft>
                <a:spcPts val="2133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931" name="Google Shape;2931;p209"/>
          <p:cNvSpPr/>
          <p:nvPr/>
        </p:nvSpPr>
        <p:spPr>
          <a:xfrm>
            <a:off x="1803400" y="2974848"/>
            <a:ext cx="10022800" cy="828400"/>
          </a:xfrm>
          <a:prstGeom prst="roundRect">
            <a:avLst>
              <a:gd name="adj" fmla="val 16667"/>
            </a:avLst>
          </a:prstGeom>
          <a:solidFill>
            <a:srgbClr val="F3F3F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932" name="Google Shape;2932;p209"/>
          <p:cNvSpPr/>
          <p:nvPr/>
        </p:nvSpPr>
        <p:spPr>
          <a:xfrm>
            <a:off x="1803400" y="4098467"/>
            <a:ext cx="10022800" cy="828400"/>
          </a:xfrm>
          <a:prstGeom prst="roundRect">
            <a:avLst>
              <a:gd name="adj" fmla="val 16667"/>
            </a:avLst>
          </a:prstGeom>
          <a:solidFill>
            <a:srgbClr val="F3F3F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933" name="Google Shape;2933;p209"/>
          <p:cNvSpPr/>
          <p:nvPr/>
        </p:nvSpPr>
        <p:spPr>
          <a:xfrm>
            <a:off x="1803400" y="5225300"/>
            <a:ext cx="10022800" cy="828400"/>
          </a:xfrm>
          <a:prstGeom prst="roundRect">
            <a:avLst>
              <a:gd name="adj" fmla="val 16667"/>
            </a:avLst>
          </a:prstGeom>
          <a:solidFill>
            <a:srgbClr val="F3F3F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934" name="Google Shape;2934;p209"/>
          <p:cNvSpPr txBox="1">
            <a:spLocks noGrp="1"/>
          </p:cNvSpPr>
          <p:nvPr>
            <p:ph type="subTitle" idx="4"/>
          </p:nvPr>
        </p:nvSpPr>
        <p:spPr>
          <a:xfrm>
            <a:off x="-16300" y="2978067"/>
            <a:ext cx="12224800" cy="809200"/>
          </a:xfrm>
          <a:prstGeom prst="rect">
            <a:avLst/>
          </a:prstGeom>
        </p:spPr>
        <p:txBody>
          <a:bodyPr spcFirstLastPara="1" wrap="square" lIns="1554475" tIns="0" rIns="457200" bIns="0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2133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2133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2133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2133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2133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2133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2133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2133"/>
              </a:spcBef>
              <a:spcAft>
                <a:spcPts val="2133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935" name="Google Shape;2935;p209"/>
          <p:cNvSpPr txBox="1">
            <a:spLocks noGrp="1"/>
          </p:cNvSpPr>
          <p:nvPr>
            <p:ph type="subTitle" idx="5"/>
          </p:nvPr>
        </p:nvSpPr>
        <p:spPr>
          <a:xfrm>
            <a:off x="0" y="4101700"/>
            <a:ext cx="12224800" cy="809200"/>
          </a:xfrm>
          <a:prstGeom prst="rect">
            <a:avLst/>
          </a:prstGeom>
        </p:spPr>
        <p:txBody>
          <a:bodyPr spcFirstLastPara="1" wrap="square" lIns="1554475" tIns="0" rIns="457200" bIns="0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2133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2133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2133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2133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2133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2133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2133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2133"/>
              </a:spcBef>
              <a:spcAft>
                <a:spcPts val="2133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936" name="Google Shape;2936;p209"/>
          <p:cNvSpPr txBox="1">
            <a:spLocks noGrp="1"/>
          </p:cNvSpPr>
          <p:nvPr>
            <p:ph type="subTitle" idx="6"/>
          </p:nvPr>
        </p:nvSpPr>
        <p:spPr>
          <a:xfrm>
            <a:off x="-16400" y="5225300"/>
            <a:ext cx="12224800" cy="809200"/>
          </a:xfrm>
          <a:prstGeom prst="rect">
            <a:avLst/>
          </a:prstGeom>
        </p:spPr>
        <p:txBody>
          <a:bodyPr spcFirstLastPara="1" wrap="square" lIns="1554475" tIns="0" rIns="457200" bIns="0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2133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2133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2133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2133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2133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2133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2133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2133"/>
              </a:spcBef>
              <a:spcAft>
                <a:spcPts val="2133"/>
              </a:spcAft>
              <a:buNone/>
              <a:defRPr/>
            </a:lvl9pPr>
          </a:lstStyle>
          <a:p>
            <a:endParaRPr/>
          </a:p>
        </p:txBody>
      </p:sp>
      <p:pic>
        <p:nvPicPr>
          <p:cNvPr id="2937" name="Google Shape;2937;p209"/>
          <p:cNvPicPr preferRelativeResize="0"/>
          <p:nvPr/>
        </p:nvPicPr>
        <p:blipFill rotWithShape="1">
          <a:blip r:embed="rId2">
            <a:alphaModFix/>
          </a:blip>
          <a:srcRect t="1830" b="1830"/>
          <a:stretch/>
        </p:blipFill>
        <p:spPr>
          <a:xfrm>
            <a:off x="573025" y="1870415"/>
            <a:ext cx="1047423" cy="80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8" name="Google Shape;2938;p209"/>
          <p:cNvPicPr preferRelativeResize="0"/>
          <p:nvPr/>
        </p:nvPicPr>
        <p:blipFill rotWithShape="1">
          <a:blip r:embed="rId2">
            <a:alphaModFix/>
          </a:blip>
          <a:srcRect t="1830" b="1830"/>
          <a:stretch/>
        </p:blipFill>
        <p:spPr>
          <a:xfrm>
            <a:off x="573025" y="2969464"/>
            <a:ext cx="1047423" cy="80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9" name="Google Shape;2939;p209"/>
          <p:cNvPicPr preferRelativeResize="0"/>
          <p:nvPr/>
        </p:nvPicPr>
        <p:blipFill rotWithShape="1">
          <a:blip r:embed="rId2">
            <a:alphaModFix/>
          </a:blip>
          <a:srcRect t="1830" b="1830"/>
          <a:stretch/>
        </p:blipFill>
        <p:spPr>
          <a:xfrm>
            <a:off x="576409" y="5222097"/>
            <a:ext cx="1047423" cy="80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0" name="Google Shape;2940;p209"/>
          <p:cNvPicPr preferRelativeResize="0"/>
          <p:nvPr/>
        </p:nvPicPr>
        <p:blipFill rotWithShape="1">
          <a:blip r:embed="rId2">
            <a:alphaModFix/>
          </a:blip>
          <a:srcRect t="1830" b="1830"/>
          <a:stretch/>
        </p:blipFill>
        <p:spPr>
          <a:xfrm>
            <a:off x="573025" y="4109681"/>
            <a:ext cx="1047423" cy="8092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396081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8">
          <p15:clr>
            <a:srgbClr val="F9AD4C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066CCE-7051-D813-F46E-D143198170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C6B23E-43C2-CFB0-71BE-ADAD573D79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976007-6AC2-AB21-A487-80F7F92230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6AB6AB-B19C-4A18-B35D-F02BE370A671}" type="datetimeFigureOut">
              <a:rPr lang="en-US" smtClean="0"/>
              <a:t>12/2/2024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8E16FA-3667-276A-432B-C94778CB94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22A165-1336-DA6B-4342-368466A5DB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A7E557-5186-4E40-A4E0-0B776B39CA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99911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8" r:id="rId1"/>
    <p:sldLayoutId id="2147483859" r:id="rId2"/>
    <p:sldLayoutId id="2147483860" r:id="rId3"/>
    <p:sldLayoutId id="2147483861" r:id="rId4"/>
    <p:sldLayoutId id="2147483862" r:id="rId5"/>
    <p:sldLayoutId id="2147483863" r:id="rId6"/>
    <p:sldLayoutId id="2147483864" r:id="rId7"/>
    <p:sldLayoutId id="2147483865" r:id="rId8"/>
    <p:sldLayoutId id="2147483866" r:id="rId9"/>
    <p:sldLayoutId id="2147483867" r:id="rId10"/>
    <p:sldLayoutId id="2147483868" r:id="rId11"/>
    <p:sldLayoutId id="2147483870" r:id="rId12"/>
    <p:sldLayoutId id="2147483871" r:id="rId13"/>
    <p:sldLayoutId id="2147483872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gi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7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gi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5.png"/><Relationship Id="rId4" Type="http://schemas.openxmlformats.org/officeDocument/2006/relationships/image" Target="../media/image7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875E2C-E9D4-5293-77D7-487B946CCE3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/>
              <a:t>Power Query and Data Transformation Power BI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BD4649-2DA0-59F0-EC18-EC837829920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 Ahmad Mousa </a:t>
            </a:r>
          </a:p>
        </p:txBody>
      </p:sp>
    </p:spTree>
    <p:extLst>
      <p:ext uri="{BB962C8B-B14F-4D97-AF65-F5344CB8AC3E}">
        <p14:creationId xmlns:p14="http://schemas.microsoft.com/office/powerpoint/2010/main" val="7484375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0" name="Google Shape;5940;p388"/>
          <p:cNvSpPr txBox="1">
            <a:spLocks noGrp="1"/>
          </p:cNvSpPr>
          <p:nvPr>
            <p:ph type="title"/>
          </p:nvPr>
        </p:nvSpPr>
        <p:spPr>
          <a:xfrm>
            <a:off x="-16400" y="0"/>
            <a:ext cx="12224800" cy="711600"/>
          </a:xfrm>
          <a:prstGeom prst="rect">
            <a:avLst/>
          </a:prstGeom>
        </p:spPr>
        <p:txBody>
          <a:bodyPr spcFirstLastPara="1" vert="horz" wrap="square" lIns="609600" tIns="243833" rIns="365733" bIns="121900" rtlCol="0" anchor="t" anchorCtr="0">
            <a:noAutofit/>
          </a:bodyPr>
          <a:lstStyle/>
          <a:p>
            <a:pPr>
              <a:buClr>
                <a:schemeClr val="dk1"/>
              </a:buClr>
              <a:buSzPts val="1100"/>
            </a:pPr>
            <a:r>
              <a:rPr lang="en"/>
              <a:t>Class Objectives</a:t>
            </a:r>
            <a:endParaRPr>
              <a:solidFill>
                <a:schemeClr val="dk1"/>
              </a:solidFill>
            </a:endParaRPr>
          </a:p>
          <a:p>
            <a:endParaRPr>
              <a:solidFill>
                <a:schemeClr val="dk1"/>
              </a:solidFill>
            </a:endParaRPr>
          </a:p>
        </p:txBody>
      </p:sp>
      <p:sp>
        <p:nvSpPr>
          <p:cNvPr id="5941" name="Google Shape;5941;p388"/>
          <p:cNvSpPr txBox="1">
            <a:spLocks noGrp="1"/>
          </p:cNvSpPr>
          <p:nvPr>
            <p:ph type="sldNum" idx="12"/>
          </p:nvPr>
        </p:nvSpPr>
        <p:spPr>
          <a:xfrm>
            <a:off x="11477033" y="6609600"/>
            <a:ext cx="349200" cy="140800"/>
          </a:xfrm>
          <a:prstGeom prst="rect">
            <a:avLst/>
          </a:prstGeom>
        </p:spPr>
        <p:txBody>
          <a:bodyPr spcFirstLastPara="1" vert="horz" wrap="square" lIns="0" tIns="0" rIns="0" bIns="121900" rtlCol="0" anchor="t" anchorCtr="0">
            <a:noAutofit/>
          </a:bodyPr>
          <a:lstStyle/>
          <a:p>
            <a:fld id="{00000000-1234-1234-1234-123412341234}" type="slidenum">
              <a:rPr lang="en"/>
              <a:pPr/>
              <a:t>2</a:t>
            </a:fld>
            <a:endParaRPr/>
          </a:p>
        </p:txBody>
      </p:sp>
      <p:sp>
        <p:nvSpPr>
          <p:cNvPr id="5942" name="Google Shape;5942;p388"/>
          <p:cNvSpPr txBox="1">
            <a:spLocks noGrp="1"/>
          </p:cNvSpPr>
          <p:nvPr>
            <p:ph type="subTitle" idx="1"/>
          </p:nvPr>
        </p:nvSpPr>
        <p:spPr>
          <a:xfrm>
            <a:off x="0" y="901300"/>
            <a:ext cx="12192000" cy="486400"/>
          </a:xfrm>
          <a:prstGeom prst="rect">
            <a:avLst/>
          </a:prstGeom>
        </p:spPr>
        <p:txBody>
          <a:bodyPr spcFirstLastPara="1" vert="horz" wrap="square" lIns="609600" tIns="121900" rIns="609600" bIns="0" rtlCol="0" anchor="t" anchorCtr="0">
            <a:noAutofit/>
          </a:bodyPr>
          <a:lstStyle/>
          <a:p>
            <a:pPr marL="0" indent="0">
              <a:spcAft>
                <a:spcPts val="2133"/>
              </a:spcAft>
            </a:pPr>
            <a:r>
              <a:rPr lang="en">
                <a:solidFill>
                  <a:schemeClr val="dk1"/>
                </a:solidFill>
              </a:rPr>
              <a:t>By the end of this lesson, you will be able to:</a:t>
            </a:r>
            <a:endParaRPr/>
          </a:p>
        </p:txBody>
      </p:sp>
      <p:sp>
        <p:nvSpPr>
          <p:cNvPr id="5943" name="Google Shape;5943;p388"/>
          <p:cNvSpPr txBox="1">
            <a:spLocks noGrp="1"/>
          </p:cNvSpPr>
          <p:nvPr>
            <p:ph type="subTitle" idx="3"/>
          </p:nvPr>
        </p:nvSpPr>
        <p:spPr>
          <a:xfrm>
            <a:off x="16300" y="2025339"/>
            <a:ext cx="12192000" cy="809200"/>
          </a:xfrm>
          <a:prstGeom prst="rect">
            <a:avLst/>
          </a:prstGeom>
        </p:spPr>
        <p:txBody>
          <a:bodyPr spcFirstLastPara="1" vert="horz" wrap="square" lIns="2072633" tIns="0" rIns="609600" bIns="0" rtlCol="0" anchor="ctr" anchorCtr="0">
            <a:noAutofit/>
          </a:bodyPr>
          <a:lstStyle/>
          <a:p>
            <a:pPr marL="0" indent="0">
              <a:spcAft>
                <a:spcPts val="2133"/>
              </a:spcAft>
            </a:pPr>
            <a:r>
              <a:rPr lang="en-US" sz="1867" dirty="0"/>
              <a:t>Understand and Utilize Power Query</a:t>
            </a:r>
          </a:p>
        </p:txBody>
      </p:sp>
      <p:sp>
        <p:nvSpPr>
          <p:cNvPr id="5944" name="Google Shape;5944;p388"/>
          <p:cNvSpPr txBox="1">
            <a:spLocks noGrp="1"/>
          </p:cNvSpPr>
          <p:nvPr>
            <p:ph type="subTitle" idx="4"/>
          </p:nvPr>
        </p:nvSpPr>
        <p:spPr>
          <a:xfrm>
            <a:off x="-16400" y="3148560"/>
            <a:ext cx="12224800" cy="809200"/>
          </a:xfrm>
          <a:prstGeom prst="rect">
            <a:avLst/>
          </a:prstGeom>
        </p:spPr>
        <p:txBody>
          <a:bodyPr spcFirstLastPara="1" vert="horz" wrap="square" lIns="2072633" tIns="0" rIns="609600" bIns="0" rtlCol="0" anchor="ctr" anchorCtr="0">
            <a:noAutofit/>
          </a:bodyPr>
          <a:lstStyle/>
          <a:p>
            <a:pPr marL="0" indent="0">
              <a:spcAft>
                <a:spcPts val="2133"/>
              </a:spcAft>
            </a:pPr>
            <a:r>
              <a:rPr lang="en-US" sz="2000" dirty="0"/>
              <a:t>Perform Data Import and Transformation</a:t>
            </a:r>
          </a:p>
        </p:txBody>
      </p:sp>
      <p:sp>
        <p:nvSpPr>
          <p:cNvPr id="5945" name="Google Shape;5945;p388"/>
          <p:cNvSpPr txBox="1">
            <a:spLocks noGrp="1"/>
          </p:cNvSpPr>
          <p:nvPr>
            <p:ph type="subTitle" idx="5"/>
          </p:nvPr>
        </p:nvSpPr>
        <p:spPr>
          <a:xfrm>
            <a:off x="0" y="4266092"/>
            <a:ext cx="12224800" cy="809200"/>
          </a:xfrm>
          <a:prstGeom prst="rect">
            <a:avLst/>
          </a:prstGeom>
        </p:spPr>
        <p:txBody>
          <a:bodyPr spcFirstLastPara="1" vert="horz" wrap="square" lIns="2072633" tIns="0" rIns="609600" bIns="0" rtlCol="0" anchor="ctr" anchorCtr="0">
            <a:noAutofit/>
          </a:bodyPr>
          <a:lstStyle/>
          <a:p>
            <a:pPr marL="0" indent="0">
              <a:spcAft>
                <a:spcPts val="2133"/>
              </a:spcAft>
            </a:pPr>
            <a:r>
              <a:rPr lang="en-US" sz="1867" dirty="0"/>
              <a:t>Create and Apply Custom Data Transformations</a:t>
            </a:r>
          </a:p>
        </p:txBody>
      </p:sp>
      <p:sp>
        <p:nvSpPr>
          <p:cNvPr id="5946" name="Google Shape;5946;p388"/>
          <p:cNvSpPr txBox="1">
            <a:spLocks noGrp="1"/>
          </p:cNvSpPr>
          <p:nvPr>
            <p:ph type="subTitle" idx="6"/>
          </p:nvPr>
        </p:nvSpPr>
        <p:spPr>
          <a:xfrm>
            <a:off x="-16400" y="5400156"/>
            <a:ext cx="12224800" cy="809200"/>
          </a:xfrm>
          <a:prstGeom prst="rect">
            <a:avLst/>
          </a:prstGeom>
        </p:spPr>
        <p:txBody>
          <a:bodyPr spcFirstLastPara="1" vert="horz" wrap="square" lIns="2072633" tIns="0" rIns="609600" bIns="0" rtlCol="0" anchor="ctr" anchorCtr="0">
            <a:noAutofit/>
          </a:bodyPr>
          <a:lstStyle/>
          <a:p>
            <a:pPr marL="0" indent="0">
              <a:spcAft>
                <a:spcPts val="2133"/>
              </a:spcAft>
            </a:pPr>
            <a:r>
              <a:rPr lang="en-US" sz="1867" dirty="0"/>
              <a:t>Enhance Data Quality and Consistency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7" name="Google Shape;5957;p390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121900" rtlCol="0" anchor="t" anchorCtr="0">
            <a:noAutofit/>
          </a:bodyPr>
          <a:lstStyle/>
          <a:p>
            <a:fld id="{00000000-1234-1234-1234-123412341234}" type="slidenum">
              <a:rPr lang="en"/>
              <a:pPr/>
              <a:t>3</a:t>
            </a:fld>
            <a:endParaRPr/>
          </a:p>
        </p:txBody>
      </p:sp>
      <p:pic>
        <p:nvPicPr>
          <p:cNvPr id="5958" name="Google Shape;5958;p3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"/>
            <a:ext cx="12192000" cy="68579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diagram of data storage&#10;&#10;Description automatically generated">
            <a:extLst>
              <a:ext uri="{FF2B5EF4-FFF2-40B4-BE49-F238E27FC236}">
                <a16:creationId xmlns:a16="http://schemas.microsoft.com/office/drawing/2014/main" id="{A4AD423A-4D3D-94A3-176F-5CE8EA3493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4563" y="643466"/>
            <a:ext cx="7902874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30556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2587ECF-85E9-4393-9D87-8EB6F3F6C2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4C9F2C-B809-4C03-73A4-B46EFF1F5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37883"/>
            <a:ext cx="4691744" cy="757517"/>
          </a:xfrm>
        </p:spPr>
        <p:txBody>
          <a:bodyPr anchor="b">
            <a:normAutofit/>
          </a:bodyPr>
          <a:lstStyle/>
          <a:p>
            <a:r>
              <a:rPr lang="en-US" sz="4000" dirty="0"/>
              <a:t>Data cleaning </a:t>
            </a:r>
          </a:p>
        </p:txBody>
      </p:sp>
      <p:pic>
        <p:nvPicPr>
          <p:cNvPr id="5" name="Content Placeholder 4" descr="A blue and yellow circular object with a broom&#10;&#10;Description automatically generated with medium confidence">
            <a:extLst>
              <a:ext uri="{FF2B5EF4-FFF2-40B4-BE49-F238E27FC236}">
                <a16:creationId xmlns:a16="http://schemas.microsoft.com/office/drawing/2014/main" id="{A89DC757-B5F7-5B51-E71B-E7865E5581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8424" y="646206"/>
            <a:ext cx="5365375" cy="5365375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622C3C5-9B5F-762D-A20E-97AE1580D268}"/>
              </a:ext>
            </a:extLst>
          </p:cNvPr>
          <p:cNvSpPr/>
          <p:nvPr/>
        </p:nvSpPr>
        <p:spPr>
          <a:xfrm>
            <a:off x="838200" y="2177143"/>
            <a:ext cx="1763486" cy="664028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Headers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E105947-5952-BEEA-A7F2-E763963F845A}"/>
              </a:ext>
            </a:extLst>
          </p:cNvPr>
          <p:cNvSpPr/>
          <p:nvPr/>
        </p:nvSpPr>
        <p:spPr>
          <a:xfrm>
            <a:off x="831233" y="4942114"/>
            <a:ext cx="1763486" cy="664028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De-</a:t>
            </a:r>
            <a:r>
              <a:rPr lang="en-US" dirty="0" err="1"/>
              <a:t>pivotting</a:t>
            </a:r>
            <a:endParaRPr lang="en-US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9621193-9AA3-4BC6-E020-70E7EA803BAD}"/>
              </a:ext>
            </a:extLst>
          </p:cNvPr>
          <p:cNvSpPr/>
          <p:nvPr/>
        </p:nvSpPr>
        <p:spPr>
          <a:xfrm>
            <a:off x="831233" y="3978728"/>
            <a:ext cx="1763486" cy="664028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 type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F889498-A0AA-E041-FACB-48E5B99B8942}"/>
              </a:ext>
            </a:extLst>
          </p:cNvPr>
          <p:cNvSpPr/>
          <p:nvPr/>
        </p:nvSpPr>
        <p:spPr>
          <a:xfrm>
            <a:off x="831233" y="3118757"/>
            <a:ext cx="1763486" cy="664028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Missing 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7BA1DA6-5285-048B-7344-AD634298F16C}"/>
              </a:ext>
            </a:extLst>
          </p:cNvPr>
          <p:cNvSpPr/>
          <p:nvPr/>
        </p:nvSpPr>
        <p:spPr>
          <a:xfrm>
            <a:off x="3389786" y="2177143"/>
            <a:ext cx="1763486" cy="664028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Out layers 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79C6D9CC-98A5-6EA0-0866-51226783E16E}"/>
              </a:ext>
            </a:extLst>
          </p:cNvPr>
          <p:cNvSpPr/>
          <p:nvPr/>
        </p:nvSpPr>
        <p:spPr>
          <a:xfrm>
            <a:off x="3382819" y="4942114"/>
            <a:ext cx="1763486" cy="664028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Duplicate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C816DF96-FEA1-991B-F9E8-F8218AF6F492}"/>
              </a:ext>
            </a:extLst>
          </p:cNvPr>
          <p:cNvSpPr/>
          <p:nvPr/>
        </p:nvSpPr>
        <p:spPr>
          <a:xfrm>
            <a:off x="3382819" y="3978728"/>
            <a:ext cx="1763486" cy="664028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Inconsistent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CD013F2E-E08D-2051-F8A8-E7EA1C5ADBD4}"/>
              </a:ext>
            </a:extLst>
          </p:cNvPr>
          <p:cNvSpPr/>
          <p:nvPr/>
        </p:nvSpPr>
        <p:spPr>
          <a:xfrm>
            <a:off x="3382819" y="3118757"/>
            <a:ext cx="1763486" cy="664028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Irrelevant</a:t>
            </a:r>
          </a:p>
        </p:txBody>
      </p:sp>
    </p:spTree>
    <p:extLst>
      <p:ext uri="{BB962C8B-B14F-4D97-AF65-F5344CB8AC3E}">
        <p14:creationId xmlns:p14="http://schemas.microsoft.com/office/powerpoint/2010/main" val="41024697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418EC96E-64E1-17C3-6209-AA2D1696D6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6966" y="643466"/>
            <a:ext cx="7528468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25448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B73C21D2-7682-8055-11A4-3F504F3B73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837" y="455494"/>
            <a:ext cx="11948275" cy="5466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12534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8" name="Google Shape;5978;p39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609600" tIns="12167" rIns="1341100" bIns="0" rtlCol="0" anchor="t" anchorCtr="0">
            <a:noAutofit/>
          </a:bodyPr>
          <a:lstStyle/>
          <a:p>
            <a:r>
              <a:rPr lang="en" dirty="0"/>
              <a:t>  10 Minutes</a:t>
            </a:r>
            <a:endParaRPr dirty="0"/>
          </a:p>
        </p:txBody>
      </p:sp>
      <p:sp>
        <p:nvSpPr>
          <p:cNvPr id="5979" name="Google Shape;5979;p393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121900" rtlCol="0" anchor="t" anchorCtr="0">
            <a:noAutofit/>
          </a:bodyPr>
          <a:lstStyle/>
          <a:p>
            <a:fld id="{00000000-1234-1234-1234-123412341234}" type="slidenum">
              <a:rPr lang="en"/>
              <a:pPr/>
              <a:t>8</a:t>
            </a:fld>
            <a:endParaRPr/>
          </a:p>
        </p:txBody>
      </p:sp>
      <p:sp>
        <p:nvSpPr>
          <p:cNvPr id="5981" name="Google Shape;5981;p393"/>
          <p:cNvSpPr txBox="1">
            <a:spLocks noGrp="1"/>
          </p:cNvSpPr>
          <p:nvPr>
            <p:ph type="title" idx="2"/>
          </p:nvPr>
        </p:nvSpPr>
        <p:spPr>
          <a:xfrm>
            <a:off x="1142999" y="1441021"/>
            <a:ext cx="11477715" cy="1465899"/>
          </a:xfrm>
          <a:prstGeom prst="rect">
            <a:avLst/>
          </a:prstGeom>
        </p:spPr>
        <p:txBody>
          <a:bodyPr spcFirstLastPara="1" vert="horz" wrap="square" lIns="3413733" tIns="0" rIns="609600" bIns="609600" rtlCol="0" anchor="t" anchorCtr="0">
            <a:noAutofit/>
          </a:bodyPr>
          <a:lstStyle/>
          <a:p>
            <a:pPr>
              <a:buClr>
                <a:schemeClr val="dk1"/>
              </a:buClr>
              <a:buSzPts val="1100"/>
            </a:pPr>
            <a:r>
              <a:rPr lang="en-US" sz="3067" b="1" dirty="0"/>
              <a:t>Instructor Demonstration</a:t>
            </a:r>
            <a:r>
              <a:rPr lang="en" sz="3067" b="1" dirty="0"/>
              <a:t>: </a:t>
            </a:r>
            <a:r>
              <a:rPr lang="en-US" sz="3067" b="1" dirty="0"/>
              <a:t>Power Query and </a:t>
            </a:r>
            <a:r>
              <a:rPr lang="en" sz="3067" b="1" dirty="0"/>
              <a:t> </a:t>
            </a:r>
            <a:r>
              <a:rPr lang="en-US" sz="3067" b="1" dirty="0"/>
              <a:t>Data Transformations</a:t>
            </a:r>
            <a:endParaRPr sz="3067" b="1" dirty="0"/>
          </a:p>
          <a:p>
            <a:pPr>
              <a:buClr>
                <a:schemeClr val="dk1"/>
              </a:buClr>
              <a:buSzPts val="1100"/>
            </a:pPr>
            <a:endParaRPr sz="3067" dirty="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E26E8FB-5CDF-A9C2-62AB-B8EF12F5377E}"/>
              </a:ext>
            </a:extLst>
          </p:cNvPr>
          <p:cNvSpPr/>
          <p:nvPr/>
        </p:nvSpPr>
        <p:spPr>
          <a:xfrm>
            <a:off x="0" y="4684029"/>
            <a:ext cx="12192000" cy="1866837"/>
          </a:xfrm>
          <a:prstGeom prst="rect">
            <a:avLst/>
          </a:prstGeom>
          <a:solidFill>
            <a:srgbClr val="C09200">
              <a:alpha val="49804"/>
            </a:srgbClr>
          </a:solidFill>
          <a:ln>
            <a:solidFill>
              <a:srgbClr val="FFC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clock with a bell&#10;&#10;Description automatically generated">
            <a:extLst>
              <a:ext uri="{FF2B5EF4-FFF2-40B4-BE49-F238E27FC236}">
                <a16:creationId xmlns:a16="http://schemas.microsoft.com/office/drawing/2014/main" id="{88A25E8B-E337-29D4-2624-D9E613FFDA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6776" y="4730288"/>
            <a:ext cx="1474424" cy="147442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8A1C98C-CBF1-4DF3-3F11-519189FD83DE}"/>
              </a:ext>
            </a:extLst>
          </p:cNvPr>
          <p:cNvSpPr txBox="1"/>
          <p:nvPr/>
        </p:nvSpPr>
        <p:spPr>
          <a:xfrm>
            <a:off x="7881257" y="5076100"/>
            <a:ext cx="26281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Suggested Time: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B896F87-EB2A-AA3D-0D4B-F4A66B100DCD}"/>
              </a:ext>
            </a:extLst>
          </p:cNvPr>
          <p:cNvSpPr txBox="1"/>
          <p:nvPr/>
        </p:nvSpPr>
        <p:spPr>
          <a:xfrm>
            <a:off x="8666492" y="5567098"/>
            <a:ext cx="25975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15 minutes </a:t>
            </a:r>
          </a:p>
        </p:txBody>
      </p:sp>
      <p:pic>
        <p:nvPicPr>
          <p:cNvPr id="12" name="Picture 11" descr="A person standing in front of a board&#10;&#10;Description automatically generated">
            <a:extLst>
              <a:ext uri="{FF2B5EF4-FFF2-40B4-BE49-F238E27FC236}">
                <a16:creationId xmlns:a16="http://schemas.microsoft.com/office/drawing/2014/main" id="{BDD304A6-4CD0-33A5-D245-AA55A57929C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6991"/>
            <a:ext cx="3977456" cy="4067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16465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EEC84FB9-686D-9B7B-7BE0-5D4BF259CB49}"/>
              </a:ext>
            </a:extLst>
          </p:cNvPr>
          <p:cNvSpPr txBox="1"/>
          <p:nvPr/>
        </p:nvSpPr>
        <p:spPr>
          <a:xfrm>
            <a:off x="773408" y="992094"/>
            <a:ext cx="3616913" cy="27951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Questions</a:t>
            </a:r>
            <a:r>
              <a:rPr lang="en-US" sz="4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?</a:t>
            </a:r>
          </a:p>
        </p:txBody>
      </p:sp>
      <p:pic>
        <p:nvPicPr>
          <p:cNvPr id="8" name="Picture 7" descr="A group of hands with their hands raised&#10;&#10;Description automatically generated">
            <a:extLst>
              <a:ext uri="{FF2B5EF4-FFF2-40B4-BE49-F238E27FC236}">
                <a16:creationId xmlns:a16="http://schemas.microsoft.com/office/drawing/2014/main" id="{EFB8A6E5-CB28-2BCB-2F87-E707279982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4801" y="578738"/>
            <a:ext cx="5670549" cy="5670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64725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04D3FE3E-642A-D612-2B8D-513AB83A92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00" r="6740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24078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DC6DF7F6-2CA4-8856-8686-176A1DB512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00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45564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5F00724C-F255-69D6-A580-7F711ED602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539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42699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85644B31-1332-DB62-7354-82FB73C5C3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08" r="10109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05340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07A003B6-03FC-82AD-6AEA-3CF8246329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429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2842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8" name="Google Shape;5978;p39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609600" tIns="12167" rIns="1341100" bIns="0" rtlCol="0" anchor="t" anchorCtr="0">
            <a:noAutofit/>
          </a:bodyPr>
          <a:lstStyle/>
          <a:p>
            <a:r>
              <a:rPr lang="en" dirty="0"/>
              <a:t>  10 Minutes</a:t>
            </a:r>
            <a:endParaRPr dirty="0"/>
          </a:p>
        </p:txBody>
      </p:sp>
      <p:sp>
        <p:nvSpPr>
          <p:cNvPr id="5979" name="Google Shape;5979;p393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121900" rtlCol="0" anchor="t" anchorCtr="0">
            <a:noAutofit/>
          </a:bodyPr>
          <a:lstStyle/>
          <a:p>
            <a:fld id="{00000000-1234-1234-1234-123412341234}" type="slidenum">
              <a:rPr lang="en"/>
              <a:pPr/>
              <a:t>15</a:t>
            </a:fld>
            <a:endParaRPr/>
          </a:p>
        </p:txBody>
      </p:sp>
      <p:sp>
        <p:nvSpPr>
          <p:cNvPr id="5981" name="Google Shape;5981;p393"/>
          <p:cNvSpPr txBox="1">
            <a:spLocks noGrp="1"/>
          </p:cNvSpPr>
          <p:nvPr>
            <p:ph type="title" idx="2"/>
          </p:nvPr>
        </p:nvSpPr>
        <p:spPr>
          <a:xfrm>
            <a:off x="365200" y="1390500"/>
            <a:ext cx="11686000" cy="3685600"/>
          </a:xfrm>
          <a:prstGeom prst="rect">
            <a:avLst/>
          </a:prstGeom>
        </p:spPr>
        <p:txBody>
          <a:bodyPr spcFirstLastPara="1" vert="horz" wrap="square" lIns="3413733" tIns="0" rIns="609600" bIns="609600" rtlCol="0" anchor="t" anchorCtr="0">
            <a:noAutofit/>
          </a:bodyPr>
          <a:lstStyle/>
          <a:p>
            <a:pPr>
              <a:buClr>
                <a:schemeClr val="dk1"/>
              </a:buClr>
              <a:buSzPts val="1100"/>
            </a:pPr>
            <a:r>
              <a:rPr lang="en" sz="3067" b="1" dirty="0"/>
              <a:t>Students Do: </a:t>
            </a:r>
            <a:r>
              <a:rPr lang="en-US" sz="3067" b="1" dirty="0"/>
              <a:t>IPEDS Data Transformations</a:t>
            </a:r>
            <a:endParaRPr sz="3067" b="1" dirty="0"/>
          </a:p>
          <a:p>
            <a:pPr>
              <a:buClr>
                <a:schemeClr val="dk1"/>
              </a:buClr>
              <a:buSzPts val="1100"/>
            </a:pPr>
            <a:endParaRPr sz="3067" dirty="0">
              <a:latin typeface="Roboto Medium"/>
              <a:ea typeface="Roboto Medium"/>
              <a:cs typeface="Roboto Medium"/>
              <a:sym typeface="Roboto Medium"/>
            </a:endParaRPr>
          </a:p>
          <a:p>
            <a:pPr>
              <a:buClr>
                <a:schemeClr val="dk1"/>
              </a:buClr>
              <a:buSzPts val="1100"/>
            </a:pPr>
            <a:endParaRPr sz="2533" dirty="0"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5" name="Picture 4" descr="A pen and pencil with a black background&#10;&#10;Description automatically generated">
            <a:extLst>
              <a:ext uri="{FF2B5EF4-FFF2-40B4-BE49-F238E27FC236}">
                <a16:creationId xmlns:a16="http://schemas.microsoft.com/office/drawing/2014/main" id="{3D4352F9-81A4-3797-0CFF-9F8D6E7473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4800" y="428610"/>
            <a:ext cx="4133943" cy="4133943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E26E8FB-5CDF-A9C2-62AB-B8EF12F5377E}"/>
              </a:ext>
            </a:extLst>
          </p:cNvPr>
          <p:cNvSpPr/>
          <p:nvPr/>
        </p:nvSpPr>
        <p:spPr>
          <a:xfrm>
            <a:off x="0" y="4684029"/>
            <a:ext cx="12192000" cy="1866837"/>
          </a:xfrm>
          <a:prstGeom prst="rect">
            <a:avLst/>
          </a:prstGeom>
          <a:solidFill>
            <a:srgbClr val="FFC000">
              <a:alpha val="50000"/>
            </a:srgbClr>
          </a:solidFill>
          <a:ln>
            <a:solidFill>
              <a:srgbClr val="FFC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clock with a bell&#10;&#10;Description automatically generated">
            <a:extLst>
              <a:ext uri="{FF2B5EF4-FFF2-40B4-BE49-F238E27FC236}">
                <a16:creationId xmlns:a16="http://schemas.microsoft.com/office/drawing/2014/main" id="{88A25E8B-E337-29D4-2624-D9E613FFDA2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6776" y="4730288"/>
            <a:ext cx="1474424" cy="147442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8A1C98C-CBF1-4DF3-3F11-519189FD83DE}"/>
              </a:ext>
            </a:extLst>
          </p:cNvPr>
          <p:cNvSpPr txBox="1"/>
          <p:nvPr/>
        </p:nvSpPr>
        <p:spPr>
          <a:xfrm>
            <a:off x="7881257" y="5076100"/>
            <a:ext cx="26281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Suggested Time: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B896F87-EB2A-AA3D-0D4B-F4A66B100DCD}"/>
              </a:ext>
            </a:extLst>
          </p:cNvPr>
          <p:cNvSpPr txBox="1"/>
          <p:nvPr/>
        </p:nvSpPr>
        <p:spPr>
          <a:xfrm>
            <a:off x="8666492" y="5567098"/>
            <a:ext cx="25975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20 minutes 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topwatch with a red ribbon&#10;&#10;Description automatically generated">
            <a:extLst>
              <a:ext uri="{FF2B5EF4-FFF2-40B4-BE49-F238E27FC236}">
                <a16:creationId xmlns:a16="http://schemas.microsoft.com/office/drawing/2014/main" id="{DDB0DF0C-8F35-45FA-48E7-21E8F1DDEC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9889" y="643466"/>
            <a:ext cx="6632221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64006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8" name="Google Shape;5978;p39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609600" tIns="12167" rIns="1341100" bIns="0" rtlCol="0" anchor="t" anchorCtr="0">
            <a:noAutofit/>
          </a:bodyPr>
          <a:lstStyle/>
          <a:p>
            <a:r>
              <a:rPr lang="en" dirty="0"/>
              <a:t>  10 Minutes</a:t>
            </a:r>
            <a:endParaRPr dirty="0"/>
          </a:p>
        </p:txBody>
      </p:sp>
      <p:sp>
        <p:nvSpPr>
          <p:cNvPr id="5979" name="Google Shape;5979;p393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121900" rtlCol="0" anchor="t" anchorCtr="0">
            <a:noAutofit/>
          </a:bodyPr>
          <a:lstStyle/>
          <a:p>
            <a:fld id="{00000000-1234-1234-1234-123412341234}" type="slidenum">
              <a:rPr lang="en"/>
              <a:pPr/>
              <a:t>17</a:t>
            </a:fld>
            <a:endParaRPr/>
          </a:p>
        </p:txBody>
      </p:sp>
      <p:sp>
        <p:nvSpPr>
          <p:cNvPr id="5981" name="Google Shape;5981;p393"/>
          <p:cNvSpPr txBox="1">
            <a:spLocks noGrp="1"/>
          </p:cNvSpPr>
          <p:nvPr>
            <p:ph type="title" idx="2"/>
          </p:nvPr>
        </p:nvSpPr>
        <p:spPr>
          <a:xfrm>
            <a:off x="849087" y="1441021"/>
            <a:ext cx="11202114" cy="1465899"/>
          </a:xfrm>
          <a:prstGeom prst="rect">
            <a:avLst/>
          </a:prstGeom>
        </p:spPr>
        <p:txBody>
          <a:bodyPr spcFirstLastPara="1" vert="horz" wrap="square" lIns="3413733" tIns="0" rIns="609600" bIns="609600" rtlCol="0" anchor="t" anchorCtr="0">
            <a:noAutofit/>
          </a:bodyPr>
          <a:lstStyle/>
          <a:p>
            <a:pPr>
              <a:buClr>
                <a:schemeClr val="dk1"/>
              </a:buClr>
              <a:buSzPts val="1100"/>
            </a:pPr>
            <a:r>
              <a:rPr lang="en-US" sz="3067" b="1" dirty="0"/>
              <a:t>Instructor Demonstration</a:t>
            </a:r>
            <a:r>
              <a:rPr lang="en" sz="3067" b="1" dirty="0"/>
              <a:t>: </a:t>
            </a:r>
            <a:r>
              <a:rPr lang="en-US" sz="3067" b="1" dirty="0"/>
              <a:t>separate columns and fix data types.</a:t>
            </a:r>
            <a:endParaRPr sz="3067" b="1" dirty="0"/>
          </a:p>
          <a:p>
            <a:pPr>
              <a:buClr>
                <a:schemeClr val="dk1"/>
              </a:buClr>
              <a:buSzPts val="1100"/>
            </a:pPr>
            <a:endParaRPr sz="3067" dirty="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E26E8FB-5CDF-A9C2-62AB-B8EF12F5377E}"/>
              </a:ext>
            </a:extLst>
          </p:cNvPr>
          <p:cNvSpPr/>
          <p:nvPr/>
        </p:nvSpPr>
        <p:spPr>
          <a:xfrm>
            <a:off x="0" y="4684029"/>
            <a:ext cx="12192000" cy="1866837"/>
          </a:xfrm>
          <a:prstGeom prst="rect">
            <a:avLst/>
          </a:prstGeom>
          <a:solidFill>
            <a:srgbClr val="C09200">
              <a:alpha val="49804"/>
            </a:srgbClr>
          </a:solidFill>
          <a:ln>
            <a:solidFill>
              <a:srgbClr val="FFC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clock with a bell&#10;&#10;Description automatically generated">
            <a:extLst>
              <a:ext uri="{FF2B5EF4-FFF2-40B4-BE49-F238E27FC236}">
                <a16:creationId xmlns:a16="http://schemas.microsoft.com/office/drawing/2014/main" id="{88A25E8B-E337-29D4-2624-D9E613FFDA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6776" y="4730288"/>
            <a:ext cx="1474424" cy="147442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8A1C98C-CBF1-4DF3-3F11-519189FD83DE}"/>
              </a:ext>
            </a:extLst>
          </p:cNvPr>
          <p:cNvSpPr txBox="1"/>
          <p:nvPr/>
        </p:nvSpPr>
        <p:spPr>
          <a:xfrm>
            <a:off x="7881257" y="5076100"/>
            <a:ext cx="26281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Suggested Time: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B896F87-EB2A-AA3D-0D4B-F4A66B100DCD}"/>
              </a:ext>
            </a:extLst>
          </p:cNvPr>
          <p:cNvSpPr txBox="1"/>
          <p:nvPr/>
        </p:nvSpPr>
        <p:spPr>
          <a:xfrm>
            <a:off x="8666492" y="5567098"/>
            <a:ext cx="25975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10 minutes </a:t>
            </a:r>
          </a:p>
        </p:txBody>
      </p:sp>
      <p:pic>
        <p:nvPicPr>
          <p:cNvPr id="12" name="Picture 11" descr="A person standing in front of a board&#10;&#10;Description automatically generated">
            <a:extLst>
              <a:ext uri="{FF2B5EF4-FFF2-40B4-BE49-F238E27FC236}">
                <a16:creationId xmlns:a16="http://schemas.microsoft.com/office/drawing/2014/main" id="{BDD304A6-4CD0-33A5-D245-AA55A57929C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6991"/>
            <a:ext cx="3977456" cy="4067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78697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7" name="Rectangle 36">
            <a:extLst>
              <a:ext uri="{FF2B5EF4-FFF2-40B4-BE49-F238E27FC236}">
                <a16:creationId xmlns:a16="http://schemas.microsoft.com/office/drawing/2014/main" id="{3C54F4CE-85F0-46ED-80DA-9518C9251A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DADD1FCA-8ACB-4958-81DD-4CDD6D3E19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5802086" cy="6858000"/>
          </a:xfrm>
          <a:custGeom>
            <a:avLst/>
            <a:gdLst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6695 w 5734864"/>
              <a:gd name="connsiteY13" fmla="*/ 1035077 h 6858000"/>
              <a:gd name="connsiteX14" fmla="*/ 847865 w 5734864"/>
              <a:gd name="connsiteY14" fmla="*/ 1070795 h 6858000"/>
              <a:gd name="connsiteX15" fmla="*/ 862786 w 5734864"/>
              <a:gd name="connsiteY15" fmla="*/ 1238994 h 6858000"/>
              <a:gd name="connsiteX16" fmla="*/ 859345 w 5734864"/>
              <a:gd name="connsiteY16" fmla="*/ 1380427 h 6858000"/>
              <a:gd name="connsiteX17" fmla="*/ 855172 w 5734864"/>
              <a:gd name="connsiteY17" fmla="*/ 1435262 h 6858000"/>
              <a:gd name="connsiteX18" fmla="*/ 860494 w 5734864"/>
              <a:gd name="connsiteY18" fmla="*/ 1453861 h 6858000"/>
              <a:gd name="connsiteX19" fmla="*/ 853731 w 5734864"/>
              <a:gd name="connsiteY19" fmla="*/ 1467047 h 6858000"/>
              <a:gd name="connsiteX20" fmla="*/ 845847 w 5734864"/>
              <a:gd name="connsiteY20" fmla="*/ 1502307 h 6858000"/>
              <a:gd name="connsiteX21" fmla="*/ 817613 w 5734864"/>
              <a:gd name="connsiteY21" fmla="*/ 1565166 h 6858000"/>
              <a:gd name="connsiteX22" fmla="*/ 804223 w 5734864"/>
              <a:gd name="connsiteY22" fmla="*/ 1601941 h 6858000"/>
              <a:gd name="connsiteX23" fmla="*/ 791773 w 5734864"/>
              <a:gd name="connsiteY23" fmla="*/ 1627005 h 6858000"/>
              <a:gd name="connsiteX24" fmla="*/ 774645 w 5734864"/>
              <a:gd name="connsiteY24" fmla="*/ 1699922 h 6858000"/>
              <a:gd name="connsiteX25" fmla="*/ 752343 w 5734864"/>
              <a:gd name="connsiteY25" fmla="*/ 1824604 h 6858000"/>
              <a:gd name="connsiteX26" fmla="*/ 746254 w 5734864"/>
              <a:gd name="connsiteY26" fmla="*/ 1850222 h 6858000"/>
              <a:gd name="connsiteX27" fmla="*/ 728600 w 5734864"/>
              <a:gd name="connsiteY27" fmla="*/ 1869603 h 6858000"/>
              <a:gd name="connsiteX28" fmla="*/ 724396 w 5734864"/>
              <a:gd name="connsiteY28" fmla="*/ 1883104 h 6858000"/>
              <a:gd name="connsiteX29" fmla="*/ 722165 w 5734864"/>
              <a:gd name="connsiteY29" fmla="*/ 1885924 h 6858000"/>
              <a:gd name="connsiteX30" fmla="*/ 721338 w 5734864"/>
              <a:gd name="connsiteY30" fmla="*/ 1887123 h 6858000"/>
              <a:gd name="connsiteX31" fmla="*/ 714840 w 5734864"/>
              <a:gd name="connsiteY31" fmla="*/ 1902274 h 6858000"/>
              <a:gd name="connsiteX32" fmla="*/ 722847 w 5734864"/>
              <a:gd name="connsiteY32" fmla="*/ 1929891 h 6858000"/>
              <a:gd name="connsiteX33" fmla="*/ 719647 w 5734864"/>
              <a:gd name="connsiteY33" fmla="*/ 1936120 h 6858000"/>
              <a:gd name="connsiteX34" fmla="*/ 714660 w 5734864"/>
              <a:gd name="connsiteY34" fmla="*/ 1982709 h 6858000"/>
              <a:gd name="connsiteX35" fmla="*/ 710759 w 5734864"/>
              <a:gd name="connsiteY35" fmla="*/ 2013010 h 6858000"/>
              <a:gd name="connsiteX36" fmla="*/ 697927 w 5734864"/>
              <a:gd name="connsiteY36" fmla="*/ 2069833 h 6858000"/>
              <a:gd name="connsiteX37" fmla="*/ 693594 w 5734864"/>
              <a:gd name="connsiteY37" fmla="*/ 2103731 h 6858000"/>
              <a:gd name="connsiteX38" fmla="*/ 691109 w 5734864"/>
              <a:gd name="connsiteY38" fmla="*/ 2124027 h 6858000"/>
              <a:gd name="connsiteX39" fmla="*/ 676593 w 5734864"/>
              <a:gd name="connsiteY39" fmla="*/ 2176182 h 6858000"/>
              <a:gd name="connsiteX40" fmla="*/ 633227 w 5734864"/>
              <a:gd name="connsiteY40" fmla="*/ 2258036 h 6858000"/>
              <a:gd name="connsiteX41" fmla="*/ 625564 w 5734864"/>
              <a:gd name="connsiteY41" fmla="*/ 2284567 h 6858000"/>
              <a:gd name="connsiteX42" fmla="*/ 627074 w 5734864"/>
              <a:gd name="connsiteY42" fmla="*/ 2289605 h 6858000"/>
              <a:gd name="connsiteX43" fmla="*/ 614574 w 5734864"/>
              <a:gd name="connsiteY43" fmla="*/ 2308717 h 6858000"/>
              <a:gd name="connsiteX44" fmla="*/ 606890 w 5734864"/>
              <a:gd name="connsiteY44" fmla="*/ 2320662 h 6858000"/>
              <a:gd name="connsiteX45" fmla="*/ 605558 w 5734864"/>
              <a:gd name="connsiteY45" fmla="*/ 2327897 h 6858000"/>
              <a:gd name="connsiteX46" fmla="*/ 602202 w 5734864"/>
              <a:gd name="connsiteY46" fmla="*/ 2357749 h 6858000"/>
              <a:gd name="connsiteX47" fmla="*/ 600213 w 5734864"/>
              <a:gd name="connsiteY47" fmla="*/ 2364905 h 6858000"/>
              <a:gd name="connsiteX48" fmla="*/ 597160 w 5734864"/>
              <a:gd name="connsiteY48" fmla="*/ 2388351 h 6858000"/>
              <a:gd name="connsiteX49" fmla="*/ 597982 w 5734864"/>
              <a:gd name="connsiteY49" fmla="*/ 2402296 h 6858000"/>
              <a:gd name="connsiteX50" fmla="*/ 593150 w 5734864"/>
              <a:gd name="connsiteY50" fmla="*/ 2420015 h 6858000"/>
              <a:gd name="connsiteX51" fmla="*/ 592833 w 5734864"/>
              <a:gd name="connsiteY51" fmla="*/ 2422749 h 6858000"/>
              <a:gd name="connsiteX52" fmla="*/ 594479 w 5734864"/>
              <a:gd name="connsiteY52" fmla="*/ 2426002 h 6858000"/>
              <a:gd name="connsiteX53" fmla="*/ 591963 w 5734864"/>
              <a:gd name="connsiteY53" fmla="*/ 2431950 h 6858000"/>
              <a:gd name="connsiteX54" fmla="*/ 591544 w 5734864"/>
              <a:gd name="connsiteY54" fmla="*/ 2433897 h 6858000"/>
              <a:gd name="connsiteX55" fmla="*/ 589519 w 5734864"/>
              <a:gd name="connsiteY55" fmla="*/ 2451398 h 6858000"/>
              <a:gd name="connsiteX56" fmla="*/ 590037 w 5734864"/>
              <a:gd name="connsiteY56" fmla="*/ 2455536 h 6858000"/>
              <a:gd name="connsiteX57" fmla="*/ 588179 w 5734864"/>
              <a:gd name="connsiteY57" fmla="*/ 2462981 h 6858000"/>
              <a:gd name="connsiteX58" fmla="*/ 583434 w 5734864"/>
              <a:gd name="connsiteY58" fmla="*/ 2503991 h 6858000"/>
              <a:gd name="connsiteX59" fmla="*/ 567942 w 5734864"/>
              <a:gd name="connsiteY59" fmla="*/ 2652936 h 6858000"/>
              <a:gd name="connsiteX60" fmla="*/ 573869 w 5734864"/>
              <a:gd name="connsiteY60" fmla="*/ 2670188 h 6858000"/>
              <a:gd name="connsiteX61" fmla="*/ 575243 w 5734864"/>
              <a:gd name="connsiteY61" fmla="*/ 2688114 h 6858000"/>
              <a:gd name="connsiteX62" fmla="*/ 573824 w 5734864"/>
              <a:gd name="connsiteY62" fmla="*/ 2689856 h 6858000"/>
              <a:gd name="connsiteX63" fmla="*/ 570699 w 5734864"/>
              <a:gd name="connsiteY63" fmla="*/ 2709353 h 6858000"/>
              <a:gd name="connsiteX64" fmla="*/ 573192 w 5734864"/>
              <a:gd name="connsiteY64" fmla="*/ 2714527 h 6858000"/>
              <a:gd name="connsiteX65" fmla="*/ 572044 w 5734864"/>
              <a:gd name="connsiteY65" fmla="*/ 2728187 h 6858000"/>
              <a:gd name="connsiteX66" fmla="*/ 572465 w 5734864"/>
              <a:gd name="connsiteY66" fmla="*/ 2755863 h 6858000"/>
              <a:gd name="connsiteX67" fmla="*/ 570028 w 5734864"/>
              <a:gd name="connsiteY67" fmla="*/ 2760324 h 6858000"/>
              <a:gd name="connsiteX68" fmla="*/ 566748 w 5734864"/>
              <a:gd name="connsiteY68" fmla="*/ 2800948 h 6858000"/>
              <a:gd name="connsiteX69" fmla="*/ 565509 w 5734864"/>
              <a:gd name="connsiteY69" fmla="*/ 2801167 h 6858000"/>
              <a:gd name="connsiteX70" fmla="*/ 559367 w 5734864"/>
              <a:gd name="connsiteY70" fmla="*/ 2811129 h 6858000"/>
              <a:gd name="connsiteX71" fmla="*/ 550354 w 5734864"/>
              <a:gd name="connsiteY71" fmla="*/ 2830949 h 6858000"/>
              <a:gd name="connsiteX72" fmla="*/ 514795 w 5734864"/>
              <a:gd name="connsiteY72" fmla="*/ 2872433 h 6858000"/>
              <a:gd name="connsiteX73" fmla="*/ 509875 w 5734864"/>
              <a:gd name="connsiteY73" fmla="*/ 2923099 h 6858000"/>
              <a:gd name="connsiteX74" fmla="*/ 509577 w 5734864"/>
              <a:gd name="connsiteY74" fmla="*/ 2923197 h 6858000"/>
              <a:gd name="connsiteX75" fmla="*/ 507597 w 5734864"/>
              <a:gd name="connsiteY75" fmla="*/ 2931868 h 6858000"/>
              <a:gd name="connsiteX76" fmla="*/ 507379 w 5734864"/>
              <a:gd name="connsiteY76" fmla="*/ 2938322 h 6858000"/>
              <a:gd name="connsiteX77" fmla="*/ 504725 w 5734864"/>
              <a:gd name="connsiteY77" fmla="*/ 2954519 h 6858000"/>
              <a:gd name="connsiteX78" fmla="*/ 502018 w 5734864"/>
              <a:gd name="connsiteY78" fmla="*/ 2959643 h 6858000"/>
              <a:gd name="connsiteX79" fmla="*/ 498360 w 5734864"/>
              <a:gd name="connsiteY79" fmla="*/ 2961019 h 6858000"/>
              <a:gd name="connsiteX80" fmla="*/ 498483 w 5734864"/>
              <a:gd name="connsiteY80" fmla="*/ 2962590 h 6858000"/>
              <a:gd name="connsiteX81" fmla="*/ 484403 w 5734864"/>
              <a:gd name="connsiteY81" fmla="*/ 2990538 h 6858000"/>
              <a:gd name="connsiteX82" fmla="*/ 463075 w 5734864"/>
              <a:gd name="connsiteY82" fmla="*/ 3055956 h 6858000"/>
              <a:gd name="connsiteX83" fmla="*/ 455013 w 5734864"/>
              <a:gd name="connsiteY83" fmla="*/ 3094482 h 6858000"/>
              <a:gd name="connsiteX84" fmla="*/ 428391 w 5734864"/>
              <a:gd name="connsiteY84" fmla="*/ 3198850 h 6858000"/>
              <a:gd name="connsiteX85" fmla="*/ 401440 w 5734864"/>
              <a:gd name="connsiteY85" fmla="*/ 3307560 h 6858000"/>
              <a:gd name="connsiteX86" fmla="*/ 386076 w 5734864"/>
              <a:gd name="connsiteY86" fmla="*/ 3373943 h 6858000"/>
              <a:gd name="connsiteX87" fmla="*/ 374726 w 5734864"/>
              <a:gd name="connsiteY87" fmla="*/ 3381364 h 6858000"/>
              <a:gd name="connsiteX88" fmla="*/ 369145 w 5734864"/>
              <a:gd name="connsiteY88" fmla="*/ 3383729 h 6858000"/>
              <a:gd name="connsiteX89" fmla="*/ 364294 w 5734864"/>
              <a:gd name="connsiteY89" fmla="*/ 3414159 h 6858000"/>
              <a:gd name="connsiteX90" fmla="*/ 366450 w 5734864"/>
              <a:gd name="connsiteY90" fmla="*/ 3436925 h 6858000"/>
              <a:gd name="connsiteX91" fmla="*/ 351743 w 5734864"/>
              <a:gd name="connsiteY91" fmla="*/ 3521619 h 6858000"/>
              <a:gd name="connsiteX92" fmla="*/ 345784 w 5734864"/>
              <a:gd name="connsiteY92" fmla="*/ 3603757 h 6858000"/>
              <a:gd name="connsiteX93" fmla="*/ 344198 w 5734864"/>
              <a:gd name="connsiteY93" fmla="*/ 3652424 h 6858000"/>
              <a:gd name="connsiteX94" fmla="*/ 352450 w 5734864"/>
              <a:gd name="connsiteY94" fmla="*/ 3665222 h 6858000"/>
              <a:gd name="connsiteX95" fmla="*/ 342621 w 5734864"/>
              <a:gd name="connsiteY95" fmla="*/ 3700804 h 6858000"/>
              <a:gd name="connsiteX96" fmla="*/ 341514 w 5734864"/>
              <a:gd name="connsiteY96" fmla="*/ 3734774 h 6858000"/>
              <a:gd name="connsiteX97" fmla="*/ 340607 w 5734864"/>
              <a:gd name="connsiteY97" fmla="*/ 3785153 h 6858000"/>
              <a:gd name="connsiteX98" fmla="*/ 340707 w 5734864"/>
              <a:gd name="connsiteY98" fmla="*/ 3788177 h 6858000"/>
              <a:gd name="connsiteX99" fmla="*/ 340361 w 5734864"/>
              <a:gd name="connsiteY99" fmla="*/ 3798803 h 6858000"/>
              <a:gd name="connsiteX100" fmla="*/ 339642 w 5734864"/>
              <a:gd name="connsiteY100" fmla="*/ 3838750 h 6858000"/>
              <a:gd name="connsiteX101" fmla="*/ 360295 w 5734864"/>
              <a:gd name="connsiteY101" fmla="*/ 4015196 h 6858000"/>
              <a:gd name="connsiteX102" fmla="*/ 339043 w 5734864"/>
              <a:gd name="connsiteY102" fmla="*/ 4052778 h 6858000"/>
              <a:gd name="connsiteX103" fmla="*/ 339343 w 5734864"/>
              <a:gd name="connsiteY103" fmla="*/ 4096257 h 6858000"/>
              <a:gd name="connsiteX104" fmla="*/ 340786 w 5734864"/>
              <a:gd name="connsiteY104" fmla="*/ 4321136 h 6858000"/>
              <a:gd name="connsiteX105" fmla="*/ 343158 w 5734864"/>
              <a:gd name="connsiteY105" fmla="*/ 4429174 h 6858000"/>
              <a:gd name="connsiteX106" fmla="*/ 334599 w 5734864"/>
              <a:gd name="connsiteY106" fmla="*/ 4449938 h 6858000"/>
              <a:gd name="connsiteX107" fmla="*/ 332890 w 5734864"/>
              <a:gd name="connsiteY107" fmla="*/ 4453515 h 6858000"/>
              <a:gd name="connsiteX108" fmla="*/ 331105 w 5734864"/>
              <a:gd name="connsiteY108" fmla="*/ 4467941 h 6858000"/>
              <a:gd name="connsiteX109" fmla="*/ 324289 w 5734864"/>
              <a:gd name="connsiteY109" fmla="*/ 4471861 h 6858000"/>
              <a:gd name="connsiteX110" fmla="*/ 317079 w 5734864"/>
              <a:gd name="connsiteY110" fmla="*/ 4493468 h 6858000"/>
              <a:gd name="connsiteX111" fmla="*/ 315557 w 5734864"/>
              <a:gd name="connsiteY111" fmla="*/ 4520067 h 6858000"/>
              <a:gd name="connsiteX112" fmla="*/ 315240 w 5734864"/>
              <a:gd name="connsiteY112" fmla="*/ 4536872 h 6858000"/>
              <a:gd name="connsiteX113" fmla="*/ 316200 w 5734864"/>
              <a:gd name="connsiteY113" fmla="*/ 4538297 h 6858000"/>
              <a:gd name="connsiteX114" fmla="*/ 317507 w 5734864"/>
              <a:gd name="connsiteY114" fmla="*/ 4547582 h 6858000"/>
              <a:gd name="connsiteX115" fmla="*/ 323078 w 5734864"/>
              <a:gd name="connsiteY115" fmla="*/ 4592102 h 6858000"/>
              <a:gd name="connsiteX116" fmla="*/ 328722 w 5734864"/>
              <a:gd name="connsiteY116" fmla="*/ 4667914 h 6858000"/>
              <a:gd name="connsiteX117" fmla="*/ 335597 w 5734864"/>
              <a:gd name="connsiteY117" fmla="*/ 4695035 h 6858000"/>
              <a:gd name="connsiteX118" fmla="*/ 339485 w 5734864"/>
              <a:gd name="connsiteY118" fmla="*/ 4695979 h 6858000"/>
              <a:gd name="connsiteX119" fmla="*/ 341089 w 5734864"/>
              <a:gd name="connsiteY119" fmla="*/ 4704268 h 6858000"/>
              <a:gd name="connsiteX120" fmla="*/ 342177 w 5734864"/>
              <a:gd name="connsiteY120" fmla="*/ 4706060 h 6858000"/>
              <a:gd name="connsiteX121" fmla="*/ 347751 w 5734864"/>
              <a:gd name="connsiteY121" fmla="*/ 4716754 h 6858000"/>
              <a:gd name="connsiteX122" fmla="*/ 344125 w 5734864"/>
              <a:gd name="connsiteY122" fmla="*/ 4764669 h 6858000"/>
              <a:gd name="connsiteX123" fmla="*/ 340188 w 5734864"/>
              <a:gd name="connsiteY123" fmla="*/ 4779386 h 6858000"/>
              <a:gd name="connsiteX124" fmla="*/ 335146 w 5734864"/>
              <a:gd name="connsiteY124" fmla="*/ 4787491 h 6858000"/>
              <a:gd name="connsiteX125" fmla="*/ 319124 w 5734864"/>
              <a:gd name="connsiteY125" fmla="*/ 4843514 h 6858000"/>
              <a:gd name="connsiteX126" fmla="*/ 305956 w 5734864"/>
              <a:gd name="connsiteY126" fmla="*/ 4881505 h 6858000"/>
              <a:gd name="connsiteX127" fmla="*/ 301062 w 5734864"/>
              <a:gd name="connsiteY127" fmla="*/ 4889332 h 6858000"/>
              <a:gd name="connsiteX128" fmla="*/ 302141 w 5734864"/>
              <a:gd name="connsiteY128" fmla="*/ 4899400 h 6858000"/>
              <a:gd name="connsiteX129" fmla="*/ 304424 w 5734864"/>
              <a:gd name="connsiteY129" fmla="*/ 4902664 h 6858000"/>
              <a:gd name="connsiteX130" fmla="*/ 293123 w 5734864"/>
              <a:gd name="connsiteY130" fmla="*/ 4932769 h 6858000"/>
              <a:gd name="connsiteX131" fmla="*/ 292275 w 5734864"/>
              <a:gd name="connsiteY131" fmla="*/ 4936482 h 6858000"/>
              <a:gd name="connsiteX132" fmla="*/ 288304 w 5734864"/>
              <a:gd name="connsiteY132" fmla="*/ 4962325 h 6858000"/>
              <a:gd name="connsiteX133" fmla="*/ 287420 w 5734864"/>
              <a:gd name="connsiteY133" fmla="*/ 5042193 h 6858000"/>
              <a:gd name="connsiteX134" fmla="*/ 287020 w 5734864"/>
              <a:gd name="connsiteY134" fmla="*/ 5065655 h 6858000"/>
              <a:gd name="connsiteX135" fmla="*/ 288488 w 5734864"/>
              <a:gd name="connsiteY135" fmla="*/ 5082216 h 6858000"/>
              <a:gd name="connsiteX136" fmla="*/ 282763 w 5734864"/>
              <a:gd name="connsiteY136" fmla="*/ 5127114 h 6858000"/>
              <a:gd name="connsiteX137" fmla="*/ 269316 w 5734864"/>
              <a:gd name="connsiteY137" fmla="*/ 5202682 h 6858000"/>
              <a:gd name="connsiteX138" fmla="*/ 269174 w 5734864"/>
              <a:gd name="connsiteY138" fmla="*/ 5230835 h 6858000"/>
              <a:gd name="connsiteX139" fmla="*/ 272679 w 5734864"/>
              <a:gd name="connsiteY139" fmla="*/ 5232660 h 6858000"/>
              <a:gd name="connsiteX140" fmla="*/ 272160 w 5734864"/>
              <a:gd name="connsiteY140" fmla="*/ 5241150 h 6858000"/>
              <a:gd name="connsiteX141" fmla="*/ 272760 w 5734864"/>
              <a:gd name="connsiteY141" fmla="*/ 5243156 h 6858000"/>
              <a:gd name="connsiteX142" fmla="*/ 275462 w 5734864"/>
              <a:gd name="connsiteY142" fmla="*/ 5254919 h 6858000"/>
              <a:gd name="connsiteX143" fmla="*/ 262897 w 5734864"/>
              <a:gd name="connsiteY143" fmla="*/ 5286259 h 6858000"/>
              <a:gd name="connsiteX144" fmla="*/ 252761 w 5734864"/>
              <a:gd name="connsiteY144" fmla="*/ 5357801 h 6858000"/>
              <a:gd name="connsiteX145" fmla="*/ 242360 w 5734864"/>
              <a:gd name="connsiteY145" fmla="*/ 5460080 h 6858000"/>
              <a:gd name="connsiteX146" fmla="*/ 229880 w 5734864"/>
              <a:gd name="connsiteY146" fmla="*/ 5539714 h 6858000"/>
              <a:gd name="connsiteX147" fmla="*/ 204283 w 5734864"/>
              <a:gd name="connsiteY147" fmla="*/ 5639080 h 6858000"/>
              <a:gd name="connsiteX148" fmla="*/ 198948 w 5734864"/>
              <a:gd name="connsiteY148" fmla="*/ 5710958 h 6858000"/>
              <a:gd name="connsiteX149" fmla="*/ 192367 w 5734864"/>
              <a:gd name="connsiteY149" fmla="*/ 5719859 h 6858000"/>
              <a:gd name="connsiteX150" fmla="*/ 188035 w 5734864"/>
              <a:gd name="connsiteY150" fmla="*/ 5729935 h 6858000"/>
              <a:gd name="connsiteX151" fmla="*/ 188428 w 5734864"/>
              <a:gd name="connsiteY151" fmla="*/ 5731182 h 6858000"/>
              <a:gd name="connsiteX152" fmla="*/ 181635 w 5734864"/>
              <a:gd name="connsiteY152" fmla="*/ 5753538 h 6858000"/>
              <a:gd name="connsiteX153" fmla="*/ 169744 w 5734864"/>
              <a:gd name="connsiteY153" fmla="*/ 5796307 h 6858000"/>
              <a:gd name="connsiteX154" fmla="*/ 170351 w 5734864"/>
              <a:gd name="connsiteY154" fmla="*/ 5796644 h 6858000"/>
              <a:gd name="connsiteX155" fmla="*/ 171559 w 5734864"/>
              <a:gd name="connsiteY155" fmla="*/ 5803435 h 6858000"/>
              <a:gd name="connsiteX156" fmla="*/ 172284 w 5734864"/>
              <a:gd name="connsiteY156" fmla="*/ 5816391 h 6858000"/>
              <a:gd name="connsiteX157" fmla="*/ 182542 w 5734864"/>
              <a:gd name="connsiteY157" fmla="*/ 5846382 h 6858000"/>
              <a:gd name="connsiteX158" fmla="*/ 175877 w 5734864"/>
              <a:gd name="connsiteY158" fmla="*/ 5871336 h 6858000"/>
              <a:gd name="connsiteX159" fmla="*/ 174910 w 5734864"/>
              <a:gd name="connsiteY159" fmla="*/ 5876376 h 6858000"/>
              <a:gd name="connsiteX160" fmla="*/ 175047 w 5734864"/>
              <a:gd name="connsiteY160" fmla="*/ 5876483 h 6858000"/>
              <a:gd name="connsiteX161" fmla="*/ 174335 w 5734864"/>
              <a:gd name="connsiteY161" fmla="*/ 5881814 h 6858000"/>
              <a:gd name="connsiteX162" fmla="*/ 171273 w 5734864"/>
              <a:gd name="connsiteY162" fmla="*/ 5895339 h 6858000"/>
              <a:gd name="connsiteX163" fmla="*/ 171658 w 5734864"/>
              <a:gd name="connsiteY163" fmla="*/ 5898749 h 6858000"/>
              <a:gd name="connsiteX164" fmla="*/ 174658 w 5734864"/>
              <a:gd name="connsiteY164" fmla="*/ 5919558 h 6858000"/>
              <a:gd name="connsiteX165" fmla="*/ 169099 w 5734864"/>
              <a:gd name="connsiteY165" fmla="*/ 5984417 h 6858000"/>
              <a:gd name="connsiteX166" fmla="*/ 162007 w 5734864"/>
              <a:gd name="connsiteY166" fmla="*/ 6049043 h 6858000"/>
              <a:gd name="connsiteX167" fmla="*/ 156875 w 5734864"/>
              <a:gd name="connsiteY167" fmla="*/ 6114000 h 6858000"/>
              <a:gd name="connsiteX168" fmla="*/ 165441 w 5734864"/>
              <a:gd name="connsiteY168" fmla="*/ 6146938 h 6858000"/>
              <a:gd name="connsiteX169" fmla="*/ 165177 w 5734864"/>
              <a:gd name="connsiteY169" fmla="*/ 6150658 h 6858000"/>
              <a:gd name="connsiteX170" fmla="*/ 161772 w 5734864"/>
              <a:gd name="connsiteY170" fmla="*/ 6160011 h 6858000"/>
              <a:gd name="connsiteX171" fmla="*/ 160051 w 5734864"/>
              <a:gd name="connsiteY171" fmla="*/ 6163393 h 6858000"/>
              <a:gd name="connsiteX172" fmla="*/ 158473 w 5734864"/>
              <a:gd name="connsiteY172" fmla="*/ 6168628 h 6858000"/>
              <a:gd name="connsiteX173" fmla="*/ 158573 w 5734864"/>
              <a:gd name="connsiteY173" fmla="*/ 6168799 h 6858000"/>
              <a:gd name="connsiteX174" fmla="*/ 146463 w 5734864"/>
              <a:gd name="connsiteY174" fmla="*/ 6196671 h 6858000"/>
              <a:gd name="connsiteX175" fmla="*/ 150209 w 5734864"/>
              <a:gd name="connsiteY175" fmla="*/ 6232365 h 6858000"/>
              <a:gd name="connsiteX176" fmla="*/ 148544 w 5734864"/>
              <a:gd name="connsiteY176" fmla="*/ 6246162 h 6858000"/>
              <a:gd name="connsiteX177" fmla="*/ 148403 w 5734864"/>
              <a:gd name="connsiteY177" fmla="*/ 6253754 h 6858000"/>
              <a:gd name="connsiteX178" fmla="*/ 138880 w 5734864"/>
              <a:gd name="connsiteY178" fmla="*/ 6276449 h 6858000"/>
              <a:gd name="connsiteX179" fmla="*/ 138683 w 5734864"/>
              <a:gd name="connsiteY179" fmla="*/ 6279721 h 6858000"/>
              <a:gd name="connsiteX180" fmla="*/ 130721 w 5734864"/>
              <a:gd name="connsiteY180" fmla="*/ 6293675 h 6858000"/>
              <a:gd name="connsiteX181" fmla="*/ 120717 w 5734864"/>
              <a:gd name="connsiteY181" fmla="*/ 6313967 h 6858000"/>
              <a:gd name="connsiteX182" fmla="*/ 120841 w 5734864"/>
              <a:gd name="connsiteY182" fmla="*/ 6315437 h 6858000"/>
              <a:gd name="connsiteX183" fmla="*/ 115208 w 5734864"/>
              <a:gd name="connsiteY183" fmla="*/ 6324024 h 6858000"/>
              <a:gd name="connsiteX184" fmla="*/ 101217 w 5734864"/>
              <a:gd name="connsiteY184" fmla="*/ 6365923 h 6858000"/>
              <a:gd name="connsiteX185" fmla="*/ 74946 w 5734864"/>
              <a:gd name="connsiteY185" fmla="*/ 6556817 h 6858000"/>
              <a:gd name="connsiteX186" fmla="*/ 16001 w 5734864"/>
              <a:gd name="connsiteY186" fmla="*/ 6808678 h 6858000"/>
              <a:gd name="connsiteX187" fmla="*/ 0 w 5734864"/>
              <a:gd name="connsiteY187" fmla="*/ 6858000 h 6858000"/>
              <a:gd name="connsiteX188" fmla="*/ 5734864 w 5734864"/>
              <a:gd name="connsiteY188" fmla="*/ 6858000 h 6858000"/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6695 w 5734864"/>
              <a:gd name="connsiteY13" fmla="*/ 1035077 h 6858000"/>
              <a:gd name="connsiteX14" fmla="*/ 847865 w 5734864"/>
              <a:gd name="connsiteY14" fmla="*/ 1070795 h 6858000"/>
              <a:gd name="connsiteX15" fmla="*/ 862786 w 5734864"/>
              <a:gd name="connsiteY15" fmla="*/ 1238994 h 6858000"/>
              <a:gd name="connsiteX16" fmla="*/ 859345 w 5734864"/>
              <a:gd name="connsiteY16" fmla="*/ 1380427 h 6858000"/>
              <a:gd name="connsiteX17" fmla="*/ 855172 w 5734864"/>
              <a:gd name="connsiteY17" fmla="*/ 1435262 h 6858000"/>
              <a:gd name="connsiteX18" fmla="*/ 860494 w 5734864"/>
              <a:gd name="connsiteY18" fmla="*/ 1453861 h 6858000"/>
              <a:gd name="connsiteX19" fmla="*/ 853731 w 5734864"/>
              <a:gd name="connsiteY19" fmla="*/ 1467047 h 6858000"/>
              <a:gd name="connsiteX20" fmla="*/ 845847 w 5734864"/>
              <a:gd name="connsiteY20" fmla="*/ 1502307 h 6858000"/>
              <a:gd name="connsiteX21" fmla="*/ 817613 w 5734864"/>
              <a:gd name="connsiteY21" fmla="*/ 1565166 h 6858000"/>
              <a:gd name="connsiteX22" fmla="*/ 804223 w 5734864"/>
              <a:gd name="connsiteY22" fmla="*/ 1601941 h 6858000"/>
              <a:gd name="connsiteX23" fmla="*/ 791773 w 5734864"/>
              <a:gd name="connsiteY23" fmla="*/ 1627005 h 6858000"/>
              <a:gd name="connsiteX24" fmla="*/ 774645 w 5734864"/>
              <a:gd name="connsiteY24" fmla="*/ 1699922 h 6858000"/>
              <a:gd name="connsiteX25" fmla="*/ 752343 w 5734864"/>
              <a:gd name="connsiteY25" fmla="*/ 1824604 h 6858000"/>
              <a:gd name="connsiteX26" fmla="*/ 746254 w 5734864"/>
              <a:gd name="connsiteY26" fmla="*/ 1850222 h 6858000"/>
              <a:gd name="connsiteX27" fmla="*/ 728600 w 5734864"/>
              <a:gd name="connsiteY27" fmla="*/ 1869603 h 6858000"/>
              <a:gd name="connsiteX28" fmla="*/ 724396 w 5734864"/>
              <a:gd name="connsiteY28" fmla="*/ 1883104 h 6858000"/>
              <a:gd name="connsiteX29" fmla="*/ 722165 w 5734864"/>
              <a:gd name="connsiteY29" fmla="*/ 1885924 h 6858000"/>
              <a:gd name="connsiteX30" fmla="*/ 721338 w 5734864"/>
              <a:gd name="connsiteY30" fmla="*/ 1887123 h 6858000"/>
              <a:gd name="connsiteX31" fmla="*/ 714840 w 5734864"/>
              <a:gd name="connsiteY31" fmla="*/ 1902274 h 6858000"/>
              <a:gd name="connsiteX32" fmla="*/ 722847 w 5734864"/>
              <a:gd name="connsiteY32" fmla="*/ 1929891 h 6858000"/>
              <a:gd name="connsiteX33" fmla="*/ 714660 w 5734864"/>
              <a:gd name="connsiteY33" fmla="*/ 1982709 h 6858000"/>
              <a:gd name="connsiteX34" fmla="*/ 710759 w 5734864"/>
              <a:gd name="connsiteY34" fmla="*/ 2013010 h 6858000"/>
              <a:gd name="connsiteX35" fmla="*/ 697927 w 5734864"/>
              <a:gd name="connsiteY35" fmla="*/ 2069833 h 6858000"/>
              <a:gd name="connsiteX36" fmla="*/ 693594 w 5734864"/>
              <a:gd name="connsiteY36" fmla="*/ 2103731 h 6858000"/>
              <a:gd name="connsiteX37" fmla="*/ 691109 w 5734864"/>
              <a:gd name="connsiteY37" fmla="*/ 2124027 h 6858000"/>
              <a:gd name="connsiteX38" fmla="*/ 676593 w 5734864"/>
              <a:gd name="connsiteY38" fmla="*/ 2176182 h 6858000"/>
              <a:gd name="connsiteX39" fmla="*/ 633227 w 5734864"/>
              <a:gd name="connsiteY39" fmla="*/ 2258036 h 6858000"/>
              <a:gd name="connsiteX40" fmla="*/ 625564 w 5734864"/>
              <a:gd name="connsiteY40" fmla="*/ 2284567 h 6858000"/>
              <a:gd name="connsiteX41" fmla="*/ 627074 w 5734864"/>
              <a:gd name="connsiteY41" fmla="*/ 2289605 h 6858000"/>
              <a:gd name="connsiteX42" fmla="*/ 614574 w 5734864"/>
              <a:gd name="connsiteY42" fmla="*/ 2308717 h 6858000"/>
              <a:gd name="connsiteX43" fmla="*/ 606890 w 5734864"/>
              <a:gd name="connsiteY43" fmla="*/ 2320662 h 6858000"/>
              <a:gd name="connsiteX44" fmla="*/ 605558 w 5734864"/>
              <a:gd name="connsiteY44" fmla="*/ 2327897 h 6858000"/>
              <a:gd name="connsiteX45" fmla="*/ 602202 w 5734864"/>
              <a:gd name="connsiteY45" fmla="*/ 2357749 h 6858000"/>
              <a:gd name="connsiteX46" fmla="*/ 600213 w 5734864"/>
              <a:gd name="connsiteY46" fmla="*/ 2364905 h 6858000"/>
              <a:gd name="connsiteX47" fmla="*/ 597160 w 5734864"/>
              <a:gd name="connsiteY47" fmla="*/ 2388351 h 6858000"/>
              <a:gd name="connsiteX48" fmla="*/ 597982 w 5734864"/>
              <a:gd name="connsiteY48" fmla="*/ 2402296 h 6858000"/>
              <a:gd name="connsiteX49" fmla="*/ 593150 w 5734864"/>
              <a:gd name="connsiteY49" fmla="*/ 2420015 h 6858000"/>
              <a:gd name="connsiteX50" fmla="*/ 592833 w 5734864"/>
              <a:gd name="connsiteY50" fmla="*/ 2422749 h 6858000"/>
              <a:gd name="connsiteX51" fmla="*/ 594479 w 5734864"/>
              <a:gd name="connsiteY51" fmla="*/ 2426002 h 6858000"/>
              <a:gd name="connsiteX52" fmla="*/ 591963 w 5734864"/>
              <a:gd name="connsiteY52" fmla="*/ 2431950 h 6858000"/>
              <a:gd name="connsiteX53" fmla="*/ 591544 w 5734864"/>
              <a:gd name="connsiteY53" fmla="*/ 2433897 h 6858000"/>
              <a:gd name="connsiteX54" fmla="*/ 589519 w 5734864"/>
              <a:gd name="connsiteY54" fmla="*/ 2451398 h 6858000"/>
              <a:gd name="connsiteX55" fmla="*/ 590037 w 5734864"/>
              <a:gd name="connsiteY55" fmla="*/ 2455536 h 6858000"/>
              <a:gd name="connsiteX56" fmla="*/ 588179 w 5734864"/>
              <a:gd name="connsiteY56" fmla="*/ 2462981 h 6858000"/>
              <a:gd name="connsiteX57" fmla="*/ 583434 w 5734864"/>
              <a:gd name="connsiteY57" fmla="*/ 2503991 h 6858000"/>
              <a:gd name="connsiteX58" fmla="*/ 567942 w 5734864"/>
              <a:gd name="connsiteY58" fmla="*/ 2652936 h 6858000"/>
              <a:gd name="connsiteX59" fmla="*/ 573869 w 5734864"/>
              <a:gd name="connsiteY59" fmla="*/ 2670188 h 6858000"/>
              <a:gd name="connsiteX60" fmla="*/ 575243 w 5734864"/>
              <a:gd name="connsiteY60" fmla="*/ 2688114 h 6858000"/>
              <a:gd name="connsiteX61" fmla="*/ 573824 w 5734864"/>
              <a:gd name="connsiteY61" fmla="*/ 2689856 h 6858000"/>
              <a:gd name="connsiteX62" fmla="*/ 570699 w 5734864"/>
              <a:gd name="connsiteY62" fmla="*/ 2709353 h 6858000"/>
              <a:gd name="connsiteX63" fmla="*/ 573192 w 5734864"/>
              <a:gd name="connsiteY63" fmla="*/ 2714527 h 6858000"/>
              <a:gd name="connsiteX64" fmla="*/ 572044 w 5734864"/>
              <a:gd name="connsiteY64" fmla="*/ 2728187 h 6858000"/>
              <a:gd name="connsiteX65" fmla="*/ 572465 w 5734864"/>
              <a:gd name="connsiteY65" fmla="*/ 2755863 h 6858000"/>
              <a:gd name="connsiteX66" fmla="*/ 570028 w 5734864"/>
              <a:gd name="connsiteY66" fmla="*/ 2760324 h 6858000"/>
              <a:gd name="connsiteX67" fmla="*/ 566748 w 5734864"/>
              <a:gd name="connsiteY67" fmla="*/ 2800948 h 6858000"/>
              <a:gd name="connsiteX68" fmla="*/ 565509 w 5734864"/>
              <a:gd name="connsiteY68" fmla="*/ 2801167 h 6858000"/>
              <a:gd name="connsiteX69" fmla="*/ 559367 w 5734864"/>
              <a:gd name="connsiteY69" fmla="*/ 2811129 h 6858000"/>
              <a:gd name="connsiteX70" fmla="*/ 550354 w 5734864"/>
              <a:gd name="connsiteY70" fmla="*/ 2830949 h 6858000"/>
              <a:gd name="connsiteX71" fmla="*/ 514795 w 5734864"/>
              <a:gd name="connsiteY71" fmla="*/ 2872433 h 6858000"/>
              <a:gd name="connsiteX72" fmla="*/ 509875 w 5734864"/>
              <a:gd name="connsiteY72" fmla="*/ 2923099 h 6858000"/>
              <a:gd name="connsiteX73" fmla="*/ 509577 w 5734864"/>
              <a:gd name="connsiteY73" fmla="*/ 2923197 h 6858000"/>
              <a:gd name="connsiteX74" fmla="*/ 507597 w 5734864"/>
              <a:gd name="connsiteY74" fmla="*/ 2931868 h 6858000"/>
              <a:gd name="connsiteX75" fmla="*/ 507379 w 5734864"/>
              <a:gd name="connsiteY75" fmla="*/ 2938322 h 6858000"/>
              <a:gd name="connsiteX76" fmla="*/ 504725 w 5734864"/>
              <a:gd name="connsiteY76" fmla="*/ 2954519 h 6858000"/>
              <a:gd name="connsiteX77" fmla="*/ 502018 w 5734864"/>
              <a:gd name="connsiteY77" fmla="*/ 2959643 h 6858000"/>
              <a:gd name="connsiteX78" fmla="*/ 498360 w 5734864"/>
              <a:gd name="connsiteY78" fmla="*/ 2961019 h 6858000"/>
              <a:gd name="connsiteX79" fmla="*/ 498483 w 5734864"/>
              <a:gd name="connsiteY79" fmla="*/ 2962590 h 6858000"/>
              <a:gd name="connsiteX80" fmla="*/ 484403 w 5734864"/>
              <a:gd name="connsiteY80" fmla="*/ 2990538 h 6858000"/>
              <a:gd name="connsiteX81" fmla="*/ 463075 w 5734864"/>
              <a:gd name="connsiteY81" fmla="*/ 3055956 h 6858000"/>
              <a:gd name="connsiteX82" fmla="*/ 455013 w 5734864"/>
              <a:gd name="connsiteY82" fmla="*/ 3094482 h 6858000"/>
              <a:gd name="connsiteX83" fmla="*/ 428391 w 5734864"/>
              <a:gd name="connsiteY83" fmla="*/ 3198850 h 6858000"/>
              <a:gd name="connsiteX84" fmla="*/ 401440 w 5734864"/>
              <a:gd name="connsiteY84" fmla="*/ 3307560 h 6858000"/>
              <a:gd name="connsiteX85" fmla="*/ 386076 w 5734864"/>
              <a:gd name="connsiteY85" fmla="*/ 3373943 h 6858000"/>
              <a:gd name="connsiteX86" fmla="*/ 374726 w 5734864"/>
              <a:gd name="connsiteY86" fmla="*/ 3381364 h 6858000"/>
              <a:gd name="connsiteX87" fmla="*/ 369145 w 5734864"/>
              <a:gd name="connsiteY87" fmla="*/ 3383729 h 6858000"/>
              <a:gd name="connsiteX88" fmla="*/ 364294 w 5734864"/>
              <a:gd name="connsiteY88" fmla="*/ 3414159 h 6858000"/>
              <a:gd name="connsiteX89" fmla="*/ 366450 w 5734864"/>
              <a:gd name="connsiteY89" fmla="*/ 3436925 h 6858000"/>
              <a:gd name="connsiteX90" fmla="*/ 351743 w 5734864"/>
              <a:gd name="connsiteY90" fmla="*/ 3521619 h 6858000"/>
              <a:gd name="connsiteX91" fmla="*/ 345784 w 5734864"/>
              <a:gd name="connsiteY91" fmla="*/ 3603757 h 6858000"/>
              <a:gd name="connsiteX92" fmla="*/ 344198 w 5734864"/>
              <a:gd name="connsiteY92" fmla="*/ 3652424 h 6858000"/>
              <a:gd name="connsiteX93" fmla="*/ 352450 w 5734864"/>
              <a:gd name="connsiteY93" fmla="*/ 3665222 h 6858000"/>
              <a:gd name="connsiteX94" fmla="*/ 342621 w 5734864"/>
              <a:gd name="connsiteY94" fmla="*/ 3700804 h 6858000"/>
              <a:gd name="connsiteX95" fmla="*/ 341514 w 5734864"/>
              <a:gd name="connsiteY95" fmla="*/ 3734774 h 6858000"/>
              <a:gd name="connsiteX96" fmla="*/ 340607 w 5734864"/>
              <a:gd name="connsiteY96" fmla="*/ 3785153 h 6858000"/>
              <a:gd name="connsiteX97" fmla="*/ 340707 w 5734864"/>
              <a:gd name="connsiteY97" fmla="*/ 3788177 h 6858000"/>
              <a:gd name="connsiteX98" fmla="*/ 340361 w 5734864"/>
              <a:gd name="connsiteY98" fmla="*/ 3798803 h 6858000"/>
              <a:gd name="connsiteX99" fmla="*/ 339642 w 5734864"/>
              <a:gd name="connsiteY99" fmla="*/ 3838750 h 6858000"/>
              <a:gd name="connsiteX100" fmla="*/ 360295 w 5734864"/>
              <a:gd name="connsiteY100" fmla="*/ 4015196 h 6858000"/>
              <a:gd name="connsiteX101" fmla="*/ 339043 w 5734864"/>
              <a:gd name="connsiteY101" fmla="*/ 4052778 h 6858000"/>
              <a:gd name="connsiteX102" fmla="*/ 339343 w 5734864"/>
              <a:gd name="connsiteY102" fmla="*/ 4096257 h 6858000"/>
              <a:gd name="connsiteX103" fmla="*/ 340786 w 5734864"/>
              <a:gd name="connsiteY103" fmla="*/ 4321136 h 6858000"/>
              <a:gd name="connsiteX104" fmla="*/ 343158 w 5734864"/>
              <a:gd name="connsiteY104" fmla="*/ 4429174 h 6858000"/>
              <a:gd name="connsiteX105" fmla="*/ 334599 w 5734864"/>
              <a:gd name="connsiteY105" fmla="*/ 4449938 h 6858000"/>
              <a:gd name="connsiteX106" fmla="*/ 332890 w 5734864"/>
              <a:gd name="connsiteY106" fmla="*/ 4453515 h 6858000"/>
              <a:gd name="connsiteX107" fmla="*/ 331105 w 5734864"/>
              <a:gd name="connsiteY107" fmla="*/ 4467941 h 6858000"/>
              <a:gd name="connsiteX108" fmla="*/ 324289 w 5734864"/>
              <a:gd name="connsiteY108" fmla="*/ 4471861 h 6858000"/>
              <a:gd name="connsiteX109" fmla="*/ 317079 w 5734864"/>
              <a:gd name="connsiteY109" fmla="*/ 4493468 h 6858000"/>
              <a:gd name="connsiteX110" fmla="*/ 315557 w 5734864"/>
              <a:gd name="connsiteY110" fmla="*/ 4520067 h 6858000"/>
              <a:gd name="connsiteX111" fmla="*/ 315240 w 5734864"/>
              <a:gd name="connsiteY111" fmla="*/ 4536872 h 6858000"/>
              <a:gd name="connsiteX112" fmla="*/ 316200 w 5734864"/>
              <a:gd name="connsiteY112" fmla="*/ 4538297 h 6858000"/>
              <a:gd name="connsiteX113" fmla="*/ 317507 w 5734864"/>
              <a:gd name="connsiteY113" fmla="*/ 4547582 h 6858000"/>
              <a:gd name="connsiteX114" fmla="*/ 323078 w 5734864"/>
              <a:gd name="connsiteY114" fmla="*/ 4592102 h 6858000"/>
              <a:gd name="connsiteX115" fmla="*/ 328722 w 5734864"/>
              <a:gd name="connsiteY115" fmla="*/ 4667914 h 6858000"/>
              <a:gd name="connsiteX116" fmla="*/ 335597 w 5734864"/>
              <a:gd name="connsiteY116" fmla="*/ 4695035 h 6858000"/>
              <a:gd name="connsiteX117" fmla="*/ 339485 w 5734864"/>
              <a:gd name="connsiteY117" fmla="*/ 4695979 h 6858000"/>
              <a:gd name="connsiteX118" fmla="*/ 341089 w 5734864"/>
              <a:gd name="connsiteY118" fmla="*/ 4704268 h 6858000"/>
              <a:gd name="connsiteX119" fmla="*/ 342177 w 5734864"/>
              <a:gd name="connsiteY119" fmla="*/ 4706060 h 6858000"/>
              <a:gd name="connsiteX120" fmla="*/ 347751 w 5734864"/>
              <a:gd name="connsiteY120" fmla="*/ 4716754 h 6858000"/>
              <a:gd name="connsiteX121" fmla="*/ 344125 w 5734864"/>
              <a:gd name="connsiteY121" fmla="*/ 4764669 h 6858000"/>
              <a:gd name="connsiteX122" fmla="*/ 340188 w 5734864"/>
              <a:gd name="connsiteY122" fmla="*/ 4779386 h 6858000"/>
              <a:gd name="connsiteX123" fmla="*/ 335146 w 5734864"/>
              <a:gd name="connsiteY123" fmla="*/ 4787491 h 6858000"/>
              <a:gd name="connsiteX124" fmla="*/ 319124 w 5734864"/>
              <a:gd name="connsiteY124" fmla="*/ 4843514 h 6858000"/>
              <a:gd name="connsiteX125" fmla="*/ 305956 w 5734864"/>
              <a:gd name="connsiteY125" fmla="*/ 4881505 h 6858000"/>
              <a:gd name="connsiteX126" fmla="*/ 301062 w 5734864"/>
              <a:gd name="connsiteY126" fmla="*/ 4889332 h 6858000"/>
              <a:gd name="connsiteX127" fmla="*/ 302141 w 5734864"/>
              <a:gd name="connsiteY127" fmla="*/ 4899400 h 6858000"/>
              <a:gd name="connsiteX128" fmla="*/ 304424 w 5734864"/>
              <a:gd name="connsiteY128" fmla="*/ 4902664 h 6858000"/>
              <a:gd name="connsiteX129" fmla="*/ 293123 w 5734864"/>
              <a:gd name="connsiteY129" fmla="*/ 4932769 h 6858000"/>
              <a:gd name="connsiteX130" fmla="*/ 292275 w 5734864"/>
              <a:gd name="connsiteY130" fmla="*/ 4936482 h 6858000"/>
              <a:gd name="connsiteX131" fmla="*/ 288304 w 5734864"/>
              <a:gd name="connsiteY131" fmla="*/ 4962325 h 6858000"/>
              <a:gd name="connsiteX132" fmla="*/ 287420 w 5734864"/>
              <a:gd name="connsiteY132" fmla="*/ 5042193 h 6858000"/>
              <a:gd name="connsiteX133" fmla="*/ 287020 w 5734864"/>
              <a:gd name="connsiteY133" fmla="*/ 5065655 h 6858000"/>
              <a:gd name="connsiteX134" fmla="*/ 288488 w 5734864"/>
              <a:gd name="connsiteY134" fmla="*/ 5082216 h 6858000"/>
              <a:gd name="connsiteX135" fmla="*/ 282763 w 5734864"/>
              <a:gd name="connsiteY135" fmla="*/ 5127114 h 6858000"/>
              <a:gd name="connsiteX136" fmla="*/ 269316 w 5734864"/>
              <a:gd name="connsiteY136" fmla="*/ 5202682 h 6858000"/>
              <a:gd name="connsiteX137" fmla="*/ 269174 w 5734864"/>
              <a:gd name="connsiteY137" fmla="*/ 5230835 h 6858000"/>
              <a:gd name="connsiteX138" fmla="*/ 272679 w 5734864"/>
              <a:gd name="connsiteY138" fmla="*/ 5232660 h 6858000"/>
              <a:gd name="connsiteX139" fmla="*/ 272160 w 5734864"/>
              <a:gd name="connsiteY139" fmla="*/ 5241150 h 6858000"/>
              <a:gd name="connsiteX140" fmla="*/ 272760 w 5734864"/>
              <a:gd name="connsiteY140" fmla="*/ 5243156 h 6858000"/>
              <a:gd name="connsiteX141" fmla="*/ 275462 w 5734864"/>
              <a:gd name="connsiteY141" fmla="*/ 5254919 h 6858000"/>
              <a:gd name="connsiteX142" fmla="*/ 262897 w 5734864"/>
              <a:gd name="connsiteY142" fmla="*/ 5286259 h 6858000"/>
              <a:gd name="connsiteX143" fmla="*/ 252761 w 5734864"/>
              <a:gd name="connsiteY143" fmla="*/ 5357801 h 6858000"/>
              <a:gd name="connsiteX144" fmla="*/ 242360 w 5734864"/>
              <a:gd name="connsiteY144" fmla="*/ 5460080 h 6858000"/>
              <a:gd name="connsiteX145" fmla="*/ 229880 w 5734864"/>
              <a:gd name="connsiteY145" fmla="*/ 5539714 h 6858000"/>
              <a:gd name="connsiteX146" fmla="*/ 204283 w 5734864"/>
              <a:gd name="connsiteY146" fmla="*/ 5639080 h 6858000"/>
              <a:gd name="connsiteX147" fmla="*/ 198948 w 5734864"/>
              <a:gd name="connsiteY147" fmla="*/ 5710958 h 6858000"/>
              <a:gd name="connsiteX148" fmla="*/ 192367 w 5734864"/>
              <a:gd name="connsiteY148" fmla="*/ 5719859 h 6858000"/>
              <a:gd name="connsiteX149" fmla="*/ 188035 w 5734864"/>
              <a:gd name="connsiteY149" fmla="*/ 5729935 h 6858000"/>
              <a:gd name="connsiteX150" fmla="*/ 188428 w 5734864"/>
              <a:gd name="connsiteY150" fmla="*/ 5731182 h 6858000"/>
              <a:gd name="connsiteX151" fmla="*/ 181635 w 5734864"/>
              <a:gd name="connsiteY151" fmla="*/ 5753538 h 6858000"/>
              <a:gd name="connsiteX152" fmla="*/ 169744 w 5734864"/>
              <a:gd name="connsiteY152" fmla="*/ 5796307 h 6858000"/>
              <a:gd name="connsiteX153" fmla="*/ 170351 w 5734864"/>
              <a:gd name="connsiteY153" fmla="*/ 5796644 h 6858000"/>
              <a:gd name="connsiteX154" fmla="*/ 171559 w 5734864"/>
              <a:gd name="connsiteY154" fmla="*/ 5803435 h 6858000"/>
              <a:gd name="connsiteX155" fmla="*/ 172284 w 5734864"/>
              <a:gd name="connsiteY155" fmla="*/ 5816391 h 6858000"/>
              <a:gd name="connsiteX156" fmla="*/ 182542 w 5734864"/>
              <a:gd name="connsiteY156" fmla="*/ 5846382 h 6858000"/>
              <a:gd name="connsiteX157" fmla="*/ 175877 w 5734864"/>
              <a:gd name="connsiteY157" fmla="*/ 5871336 h 6858000"/>
              <a:gd name="connsiteX158" fmla="*/ 174910 w 5734864"/>
              <a:gd name="connsiteY158" fmla="*/ 5876376 h 6858000"/>
              <a:gd name="connsiteX159" fmla="*/ 175047 w 5734864"/>
              <a:gd name="connsiteY159" fmla="*/ 5876483 h 6858000"/>
              <a:gd name="connsiteX160" fmla="*/ 174335 w 5734864"/>
              <a:gd name="connsiteY160" fmla="*/ 5881814 h 6858000"/>
              <a:gd name="connsiteX161" fmla="*/ 171273 w 5734864"/>
              <a:gd name="connsiteY161" fmla="*/ 5895339 h 6858000"/>
              <a:gd name="connsiteX162" fmla="*/ 171658 w 5734864"/>
              <a:gd name="connsiteY162" fmla="*/ 5898749 h 6858000"/>
              <a:gd name="connsiteX163" fmla="*/ 174658 w 5734864"/>
              <a:gd name="connsiteY163" fmla="*/ 5919558 h 6858000"/>
              <a:gd name="connsiteX164" fmla="*/ 169099 w 5734864"/>
              <a:gd name="connsiteY164" fmla="*/ 5984417 h 6858000"/>
              <a:gd name="connsiteX165" fmla="*/ 162007 w 5734864"/>
              <a:gd name="connsiteY165" fmla="*/ 6049043 h 6858000"/>
              <a:gd name="connsiteX166" fmla="*/ 156875 w 5734864"/>
              <a:gd name="connsiteY166" fmla="*/ 6114000 h 6858000"/>
              <a:gd name="connsiteX167" fmla="*/ 165441 w 5734864"/>
              <a:gd name="connsiteY167" fmla="*/ 6146938 h 6858000"/>
              <a:gd name="connsiteX168" fmla="*/ 165177 w 5734864"/>
              <a:gd name="connsiteY168" fmla="*/ 6150658 h 6858000"/>
              <a:gd name="connsiteX169" fmla="*/ 161772 w 5734864"/>
              <a:gd name="connsiteY169" fmla="*/ 6160011 h 6858000"/>
              <a:gd name="connsiteX170" fmla="*/ 160051 w 5734864"/>
              <a:gd name="connsiteY170" fmla="*/ 6163393 h 6858000"/>
              <a:gd name="connsiteX171" fmla="*/ 158473 w 5734864"/>
              <a:gd name="connsiteY171" fmla="*/ 6168628 h 6858000"/>
              <a:gd name="connsiteX172" fmla="*/ 158573 w 5734864"/>
              <a:gd name="connsiteY172" fmla="*/ 6168799 h 6858000"/>
              <a:gd name="connsiteX173" fmla="*/ 146463 w 5734864"/>
              <a:gd name="connsiteY173" fmla="*/ 6196671 h 6858000"/>
              <a:gd name="connsiteX174" fmla="*/ 150209 w 5734864"/>
              <a:gd name="connsiteY174" fmla="*/ 6232365 h 6858000"/>
              <a:gd name="connsiteX175" fmla="*/ 148544 w 5734864"/>
              <a:gd name="connsiteY175" fmla="*/ 6246162 h 6858000"/>
              <a:gd name="connsiteX176" fmla="*/ 148403 w 5734864"/>
              <a:gd name="connsiteY176" fmla="*/ 6253754 h 6858000"/>
              <a:gd name="connsiteX177" fmla="*/ 138880 w 5734864"/>
              <a:gd name="connsiteY177" fmla="*/ 6276449 h 6858000"/>
              <a:gd name="connsiteX178" fmla="*/ 138683 w 5734864"/>
              <a:gd name="connsiteY178" fmla="*/ 6279721 h 6858000"/>
              <a:gd name="connsiteX179" fmla="*/ 130721 w 5734864"/>
              <a:gd name="connsiteY179" fmla="*/ 6293675 h 6858000"/>
              <a:gd name="connsiteX180" fmla="*/ 120717 w 5734864"/>
              <a:gd name="connsiteY180" fmla="*/ 6313967 h 6858000"/>
              <a:gd name="connsiteX181" fmla="*/ 120841 w 5734864"/>
              <a:gd name="connsiteY181" fmla="*/ 6315437 h 6858000"/>
              <a:gd name="connsiteX182" fmla="*/ 115208 w 5734864"/>
              <a:gd name="connsiteY182" fmla="*/ 6324024 h 6858000"/>
              <a:gd name="connsiteX183" fmla="*/ 101217 w 5734864"/>
              <a:gd name="connsiteY183" fmla="*/ 6365923 h 6858000"/>
              <a:gd name="connsiteX184" fmla="*/ 74946 w 5734864"/>
              <a:gd name="connsiteY184" fmla="*/ 6556817 h 6858000"/>
              <a:gd name="connsiteX185" fmla="*/ 16001 w 5734864"/>
              <a:gd name="connsiteY185" fmla="*/ 6808678 h 6858000"/>
              <a:gd name="connsiteX186" fmla="*/ 0 w 5734864"/>
              <a:gd name="connsiteY186" fmla="*/ 6858000 h 6858000"/>
              <a:gd name="connsiteX187" fmla="*/ 5734864 w 5734864"/>
              <a:gd name="connsiteY187" fmla="*/ 6858000 h 6858000"/>
              <a:gd name="connsiteX188" fmla="*/ 5734864 w 5734864"/>
              <a:gd name="connsiteY188" fmla="*/ 0 h 6858000"/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7865 w 5734864"/>
              <a:gd name="connsiteY13" fmla="*/ 1070795 h 6858000"/>
              <a:gd name="connsiteX14" fmla="*/ 862786 w 5734864"/>
              <a:gd name="connsiteY14" fmla="*/ 1238994 h 6858000"/>
              <a:gd name="connsiteX15" fmla="*/ 859345 w 5734864"/>
              <a:gd name="connsiteY15" fmla="*/ 1380427 h 6858000"/>
              <a:gd name="connsiteX16" fmla="*/ 855172 w 5734864"/>
              <a:gd name="connsiteY16" fmla="*/ 1435262 h 6858000"/>
              <a:gd name="connsiteX17" fmla="*/ 860494 w 5734864"/>
              <a:gd name="connsiteY17" fmla="*/ 1453861 h 6858000"/>
              <a:gd name="connsiteX18" fmla="*/ 853731 w 5734864"/>
              <a:gd name="connsiteY18" fmla="*/ 1467047 h 6858000"/>
              <a:gd name="connsiteX19" fmla="*/ 845847 w 5734864"/>
              <a:gd name="connsiteY19" fmla="*/ 1502307 h 6858000"/>
              <a:gd name="connsiteX20" fmla="*/ 817613 w 5734864"/>
              <a:gd name="connsiteY20" fmla="*/ 1565166 h 6858000"/>
              <a:gd name="connsiteX21" fmla="*/ 804223 w 5734864"/>
              <a:gd name="connsiteY21" fmla="*/ 1601941 h 6858000"/>
              <a:gd name="connsiteX22" fmla="*/ 791773 w 5734864"/>
              <a:gd name="connsiteY22" fmla="*/ 1627005 h 6858000"/>
              <a:gd name="connsiteX23" fmla="*/ 774645 w 5734864"/>
              <a:gd name="connsiteY23" fmla="*/ 1699922 h 6858000"/>
              <a:gd name="connsiteX24" fmla="*/ 752343 w 5734864"/>
              <a:gd name="connsiteY24" fmla="*/ 1824604 h 6858000"/>
              <a:gd name="connsiteX25" fmla="*/ 746254 w 5734864"/>
              <a:gd name="connsiteY25" fmla="*/ 1850222 h 6858000"/>
              <a:gd name="connsiteX26" fmla="*/ 728600 w 5734864"/>
              <a:gd name="connsiteY26" fmla="*/ 1869603 h 6858000"/>
              <a:gd name="connsiteX27" fmla="*/ 724396 w 5734864"/>
              <a:gd name="connsiteY27" fmla="*/ 1883104 h 6858000"/>
              <a:gd name="connsiteX28" fmla="*/ 722165 w 5734864"/>
              <a:gd name="connsiteY28" fmla="*/ 1885924 h 6858000"/>
              <a:gd name="connsiteX29" fmla="*/ 721338 w 5734864"/>
              <a:gd name="connsiteY29" fmla="*/ 1887123 h 6858000"/>
              <a:gd name="connsiteX30" fmla="*/ 714840 w 5734864"/>
              <a:gd name="connsiteY30" fmla="*/ 1902274 h 6858000"/>
              <a:gd name="connsiteX31" fmla="*/ 722847 w 5734864"/>
              <a:gd name="connsiteY31" fmla="*/ 1929891 h 6858000"/>
              <a:gd name="connsiteX32" fmla="*/ 714660 w 5734864"/>
              <a:gd name="connsiteY32" fmla="*/ 1982709 h 6858000"/>
              <a:gd name="connsiteX33" fmla="*/ 710759 w 5734864"/>
              <a:gd name="connsiteY33" fmla="*/ 2013010 h 6858000"/>
              <a:gd name="connsiteX34" fmla="*/ 697927 w 5734864"/>
              <a:gd name="connsiteY34" fmla="*/ 2069833 h 6858000"/>
              <a:gd name="connsiteX35" fmla="*/ 693594 w 5734864"/>
              <a:gd name="connsiteY35" fmla="*/ 2103731 h 6858000"/>
              <a:gd name="connsiteX36" fmla="*/ 691109 w 5734864"/>
              <a:gd name="connsiteY36" fmla="*/ 2124027 h 6858000"/>
              <a:gd name="connsiteX37" fmla="*/ 676593 w 5734864"/>
              <a:gd name="connsiteY37" fmla="*/ 2176182 h 6858000"/>
              <a:gd name="connsiteX38" fmla="*/ 633227 w 5734864"/>
              <a:gd name="connsiteY38" fmla="*/ 2258036 h 6858000"/>
              <a:gd name="connsiteX39" fmla="*/ 625564 w 5734864"/>
              <a:gd name="connsiteY39" fmla="*/ 2284567 h 6858000"/>
              <a:gd name="connsiteX40" fmla="*/ 627074 w 5734864"/>
              <a:gd name="connsiteY40" fmla="*/ 2289605 h 6858000"/>
              <a:gd name="connsiteX41" fmla="*/ 614574 w 5734864"/>
              <a:gd name="connsiteY41" fmla="*/ 2308717 h 6858000"/>
              <a:gd name="connsiteX42" fmla="*/ 606890 w 5734864"/>
              <a:gd name="connsiteY42" fmla="*/ 2320662 h 6858000"/>
              <a:gd name="connsiteX43" fmla="*/ 605558 w 5734864"/>
              <a:gd name="connsiteY43" fmla="*/ 2327897 h 6858000"/>
              <a:gd name="connsiteX44" fmla="*/ 602202 w 5734864"/>
              <a:gd name="connsiteY44" fmla="*/ 2357749 h 6858000"/>
              <a:gd name="connsiteX45" fmla="*/ 600213 w 5734864"/>
              <a:gd name="connsiteY45" fmla="*/ 2364905 h 6858000"/>
              <a:gd name="connsiteX46" fmla="*/ 597160 w 5734864"/>
              <a:gd name="connsiteY46" fmla="*/ 2388351 h 6858000"/>
              <a:gd name="connsiteX47" fmla="*/ 597982 w 5734864"/>
              <a:gd name="connsiteY47" fmla="*/ 2402296 h 6858000"/>
              <a:gd name="connsiteX48" fmla="*/ 593150 w 5734864"/>
              <a:gd name="connsiteY48" fmla="*/ 2420015 h 6858000"/>
              <a:gd name="connsiteX49" fmla="*/ 592833 w 5734864"/>
              <a:gd name="connsiteY49" fmla="*/ 2422749 h 6858000"/>
              <a:gd name="connsiteX50" fmla="*/ 594479 w 5734864"/>
              <a:gd name="connsiteY50" fmla="*/ 2426002 h 6858000"/>
              <a:gd name="connsiteX51" fmla="*/ 591963 w 5734864"/>
              <a:gd name="connsiteY51" fmla="*/ 2431950 h 6858000"/>
              <a:gd name="connsiteX52" fmla="*/ 591544 w 5734864"/>
              <a:gd name="connsiteY52" fmla="*/ 2433897 h 6858000"/>
              <a:gd name="connsiteX53" fmla="*/ 589519 w 5734864"/>
              <a:gd name="connsiteY53" fmla="*/ 2451398 h 6858000"/>
              <a:gd name="connsiteX54" fmla="*/ 590037 w 5734864"/>
              <a:gd name="connsiteY54" fmla="*/ 2455536 h 6858000"/>
              <a:gd name="connsiteX55" fmla="*/ 588179 w 5734864"/>
              <a:gd name="connsiteY55" fmla="*/ 2462981 h 6858000"/>
              <a:gd name="connsiteX56" fmla="*/ 583434 w 5734864"/>
              <a:gd name="connsiteY56" fmla="*/ 2503991 h 6858000"/>
              <a:gd name="connsiteX57" fmla="*/ 567942 w 5734864"/>
              <a:gd name="connsiteY57" fmla="*/ 2652936 h 6858000"/>
              <a:gd name="connsiteX58" fmla="*/ 573869 w 5734864"/>
              <a:gd name="connsiteY58" fmla="*/ 2670188 h 6858000"/>
              <a:gd name="connsiteX59" fmla="*/ 575243 w 5734864"/>
              <a:gd name="connsiteY59" fmla="*/ 2688114 h 6858000"/>
              <a:gd name="connsiteX60" fmla="*/ 573824 w 5734864"/>
              <a:gd name="connsiteY60" fmla="*/ 2689856 h 6858000"/>
              <a:gd name="connsiteX61" fmla="*/ 570699 w 5734864"/>
              <a:gd name="connsiteY61" fmla="*/ 2709353 h 6858000"/>
              <a:gd name="connsiteX62" fmla="*/ 573192 w 5734864"/>
              <a:gd name="connsiteY62" fmla="*/ 2714527 h 6858000"/>
              <a:gd name="connsiteX63" fmla="*/ 572044 w 5734864"/>
              <a:gd name="connsiteY63" fmla="*/ 2728187 h 6858000"/>
              <a:gd name="connsiteX64" fmla="*/ 572465 w 5734864"/>
              <a:gd name="connsiteY64" fmla="*/ 2755863 h 6858000"/>
              <a:gd name="connsiteX65" fmla="*/ 570028 w 5734864"/>
              <a:gd name="connsiteY65" fmla="*/ 2760324 h 6858000"/>
              <a:gd name="connsiteX66" fmla="*/ 566748 w 5734864"/>
              <a:gd name="connsiteY66" fmla="*/ 2800948 h 6858000"/>
              <a:gd name="connsiteX67" fmla="*/ 565509 w 5734864"/>
              <a:gd name="connsiteY67" fmla="*/ 2801167 h 6858000"/>
              <a:gd name="connsiteX68" fmla="*/ 559367 w 5734864"/>
              <a:gd name="connsiteY68" fmla="*/ 2811129 h 6858000"/>
              <a:gd name="connsiteX69" fmla="*/ 550354 w 5734864"/>
              <a:gd name="connsiteY69" fmla="*/ 2830949 h 6858000"/>
              <a:gd name="connsiteX70" fmla="*/ 514795 w 5734864"/>
              <a:gd name="connsiteY70" fmla="*/ 2872433 h 6858000"/>
              <a:gd name="connsiteX71" fmla="*/ 509875 w 5734864"/>
              <a:gd name="connsiteY71" fmla="*/ 2923099 h 6858000"/>
              <a:gd name="connsiteX72" fmla="*/ 509577 w 5734864"/>
              <a:gd name="connsiteY72" fmla="*/ 2923197 h 6858000"/>
              <a:gd name="connsiteX73" fmla="*/ 507597 w 5734864"/>
              <a:gd name="connsiteY73" fmla="*/ 2931868 h 6858000"/>
              <a:gd name="connsiteX74" fmla="*/ 507379 w 5734864"/>
              <a:gd name="connsiteY74" fmla="*/ 2938322 h 6858000"/>
              <a:gd name="connsiteX75" fmla="*/ 504725 w 5734864"/>
              <a:gd name="connsiteY75" fmla="*/ 2954519 h 6858000"/>
              <a:gd name="connsiteX76" fmla="*/ 502018 w 5734864"/>
              <a:gd name="connsiteY76" fmla="*/ 2959643 h 6858000"/>
              <a:gd name="connsiteX77" fmla="*/ 498360 w 5734864"/>
              <a:gd name="connsiteY77" fmla="*/ 2961019 h 6858000"/>
              <a:gd name="connsiteX78" fmla="*/ 498483 w 5734864"/>
              <a:gd name="connsiteY78" fmla="*/ 2962590 h 6858000"/>
              <a:gd name="connsiteX79" fmla="*/ 484403 w 5734864"/>
              <a:gd name="connsiteY79" fmla="*/ 2990538 h 6858000"/>
              <a:gd name="connsiteX80" fmla="*/ 463075 w 5734864"/>
              <a:gd name="connsiteY80" fmla="*/ 3055956 h 6858000"/>
              <a:gd name="connsiteX81" fmla="*/ 455013 w 5734864"/>
              <a:gd name="connsiteY81" fmla="*/ 3094482 h 6858000"/>
              <a:gd name="connsiteX82" fmla="*/ 428391 w 5734864"/>
              <a:gd name="connsiteY82" fmla="*/ 3198850 h 6858000"/>
              <a:gd name="connsiteX83" fmla="*/ 401440 w 5734864"/>
              <a:gd name="connsiteY83" fmla="*/ 3307560 h 6858000"/>
              <a:gd name="connsiteX84" fmla="*/ 386076 w 5734864"/>
              <a:gd name="connsiteY84" fmla="*/ 3373943 h 6858000"/>
              <a:gd name="connsiteX85" fmla="*/ 374726 w 5734864"/>
              <a:gd name="connsiteY85" fmla="*/ 3381364 h 6858000"/>
              <a:gd name="connsiteX86" fmla="*/ 369145 w 5734864"/>
              <a:gd name="connsiteY86" fmla="*/ 3383729 h 6858000"/>
              <a:gd name="connsiteX87" fmla="*/ 364294 w 5734864"/>
              <a:gd name="connsiteY87" fmla="*/ 3414159 h 6858000"/>
              <a:gd name="connsiteX88" fmla="*/ 366450 w 5734864"/>
              <a:gd name="connsiteY88" fmla="*/ 3436925 h 6858000"/>
              <a:gd name="connsiteX89" fmla="*/ 351743 w 5734864"/>
              <a:gd name="connsiteY89" fmla="*/ 3521619 h 6858000"/>
              <a:gd name="connsiteX90" fmla="*/ 345784 w 5734864"/>
              <a:gd name="connsiteY90" fmla="*/ 3603757 h 6858000"/>
              <a:gd name="connsiteX91" fmla="*/ 344198 w 5734864"/>
              <a:gd name="connsiteY91" fmla="*/ 3652424 h 6858000"/>
              <a:gd name="connsiteX92" fmla="*/ 352450 w 5734864"/>
              <a:gd name="connsiteY92" fmla="*/ 3665222 h 6858000"/>
              <a:gd name="connsiteX93" fmla="*/ 342621 w 5734864"/>
              <a:gd name="connsiteY93" fmla="*/ 3700804 h 6858000"/>
              <a:gd name="connsiteX94" fmla="*/ 341514 w 5734864"/>
              <a:gd name="connsiteY94" fmla="*/ 3734774 h 6858000"/>
              <a:gd name="connsiteX95" fmla="*/ 340607 w 5734864"/>
              <a:gd name="connsiteY95" fmla="*/ 3785153 h 6858000"/>
              <a:gd name="connsiteX96" fmla="*/ 340707 w 5734864"/>
              <a:gd name="connsiteY96" fmla="*/ 3788177 h 6858000"/>
              <a:gd name="connsiteX97" fmla="*/ 340361 w 5734864"/>
              <a:gd name="connsiteY97" fmla="*/ 3798803 h 6858000"/>
              <a:gd name="connsiteX98" fmla="*/ 339642 w 5734864"/>
              <a:gd name="connsiteY98" fmla="*/ 3838750 h 6858000"/>
              <a:gd name="connsiteX99" fmla="*/ 360295 w 5734864"/>
              <a:gd name="connsiteY99" fmla="*/ 4015196 h 6858000"/>
              <a:gd name="connsiteX100" fmla="*/ 339043 w 5734864"/>
              <a:gd name="connsiteY100" fmla="*/ 4052778 h 6858000"/>
              <a:gd name="connsiteX101" fmla="*/ 339343 w 5734864"/>
              <a:gd name="connsiteY101" fmla="*/ 4096257 h 6858000"/>
              <a:gd name="connsiteX102" fmla="*/ 340786 w 5734864"/>
              <a:gd name="connsiteY102" fmla="*/ 4321136 h 6858000"/>
              <a:gd name="connsiteX103" fmla="*/ 343158 w 5734864"/>
              <a:gd name="connsiteY103" fmla="*/ 4429174 h 6858000"/>
              <a:gd name="connsiteX104" fmla="*/ 334599 w 5734864"/>
              <a:gd name="connsiteY104" fmla="*/ 4449938 h 6858000"/>
              <a:gd name="connsiteX105" fmla="*/ 332890 w 5734864"/>
              <a:gd name="connsiteY105" fmla="*/ 4453515 h 6858000"/>
              <a:gd name="connsiteX106" fmla="*/ 331105 w 5734864"/>
              <a:gd name="connsiteY106" fmla="*/ 4467941 h 6858000"/>
              <a:gd name="connsiteX107" fmla="*/ 324289 w 5734864"/>
              <a:gd name="connsiteY107" fmla="*/ 4471861 h 6858000"/>
              <a:gd name="connsiteX108" fmla="*/ 317079 w 5734864"/>
              <a:gd name="connsiteY108" fmla="*/ 4493468 h 6858000"/>
              <a:gd name="connsiteX109" fmla="*/ 315557 w 5734864"/>
              <a:gd name="connsiteY109" fmla="*/ 4520067 h 6858000"/>
              <a:gd name="connsiteX110" fmla="*/ 315240 w 5734864"/>
              <a:gd name="connsiteY110" fmla="*/ 4536872 h 6858000"/>
              <a:gd name="connsiteX111" fmla="*/ 316200 w 5734864"/>
              <a:gd name="connsiteY111" fmla="*/ 4538297 h 6858000"/>
              <a:gd name="connsiteX112" fmla="*/ 317507 w 5734864"/>
              <a:gd name="connsiteY112" fmla="*/ 4547582 h 6858000"/>
              <a:gd name="connsiteX113" fmla="*/ 323078 w 5734864"/>
              <a:gd name="connsiteY113" fmla="*/ 4592102 h 6858000"/>
              <a:gd name="connsiteX114" fmla="*/ 328722 w 5734864"/>
              <a:gd name="connsiteY114" fmla="*/ 4667914 h 6858000"/>
              <a:gd name="connsiteX115" fmla="*/ 335597 w 5734864"/>
              <a:gd name="connsiteY115" fmla="*/ 4695035 h 6858000"/>
              <a:gd name="connsiteX116" fmla="*/ 339485 w 5734864"/>
              <a:gd name="connsiteY116" fmla="*/ 4695979 h 6858000"/>
              <a:gd name="connsiteX117" fmla="*/ 341089 w 5734864"/>
              <a:gd name="connsiteY117" fmla="*/ 4704268 h 6858000"/>
              <a:gd name="connsiteX118" fmla="*/ 342177 w 5734864"/>
              <a:gd name="connsiteY118" fmla="*/ 4706060 h 6858000"/>
              <a:gd name="connsiteX119" fmla="*/ 347751 w 5734864"/>
              <a:gd name="connsiteY119" fmla="*/ 4716754 h 6858000"/>
              <a:gd name="connsiteX120" fmla="*/ 344125 w 5734864"/>
              <a:gd name="connsiteY120" fmla="*/ 4764669 h 6858000"/>
              <a:gd name="connsiteX121" fmla="*/ 340188 w 5734864"/>
              <a:gd name="connsiteY121" fmla="*/ 4779386 h 6858000"/>
              <a:gd name="connsiteX122" fmla="*/ 335146 w 5734864"/>
              <a:gd name="connsiteY122" fmla="*/ 4787491 h 6858000"/>
              <a:gd name="connsiteX123" fmla="*/ 319124 w 5734864"/>
              <a:gd name="connsiteY123" fmla="*/ 4843514 h 6858000"/>
              <a:gd name="connsiteX124" fmla="*/ 305956 w 5734864"/>
              <a:gd name="connsiteY124" fmla="*/ 4881505 h 6858000"/>
              <a:gd name="connsiteX125" fmla="*/ 301062 w 5734864"/>
              <a:gd name="connsiteY125" fmla="*/ 4889332 h 6858000"/>
              <a:gd name="connsiteX126" fmla="*/ 302141 w 5734864"/>
              <a:gd name="connsiteY126" fmla="*/ 4899400 h 6858000"/>
              <a:gd name="connsiteX127" fmla="*/ 304424 w 5734864"/>
              <a:gd name="connsiteY127" fmla="*/ 4902664 h 6858000"/>
              <a:gd name="connsiteX128" fmla="*/ 293123 w 5734864"/>
              <a:gd name="connsiteY128" fmla="*/ 4932769 h 6858000"/>
              <a:gd name="connsiteX129" fmla="*/ 292275 w 5734864"/>
              <a:gd name="connsiteY129" fmla="*/ 4936482 h 6858000"/>
              <a:gd name="connsiteX130" fmla="*/ 288304 w 5734864"/>
              <a:gd name="connsiteY130" fmla="*/ 4962325 h 6858000"/>
              <a:gd name="connsiteX131" fmla="*/ 287420 w 5734864"/>
              <a:gd name="connsiteY131" fmla="*/ 5042193 h 6858000"/>
              <a:gd name="connsiteX132" fmla="*/ 287020 w 5734864"/>
              <a:gd name="connsiteY132" fmla="*/ 5065655 h 6858000"/>
              <a:gd name="connsiteX133" fmla="*/ 288488 w 5734864"/>
              <a:gd name="connsiteY133" fmla="*/ 5082216 h 6858000"/>
              <a:gd name="connsiteX134" fmla="*/ 282763 w 5734864"/>
              <a:gd name="connsiteY134" fmla="*/ 5127114 h 6858000"/>
              <a:gd name="connsiteX135" fmla="*/ 269316 w 5734864"/>
              <a:gd name="connsiteY135" fmla="*/ 5202682 h 6858000"/>
              <a:gd name="connsiteX136" fmla="*/ 269174 w 5734864"/>
              <a:gd name="connsiteY136" fmla="*/ 5230835 h 6858000"/>
              <a:gd name="connsiteX137" fmla="*/ 272679 w 5734864"/>
              <a:gd name="connsiteY137" fmla="*/ 5232660 h 6858000"/>
              <a:gd name="connsiteX138" fmla="*/ 272160 w 5734864"/>
              <a:gd name="connsiteY138" fmla="*/ 5241150 h 6858000"/>
              <a:gd name="connsiteX139" fmla="*/ 272760 w 5734864"/>
              <a:gd name="connsiteY139" fmla="*/ 5243156 h 6858000"/>
              <a:gd name="connsiteX140" fmla="*/ 275462 w 5734864"/>
              <a:gd name="connsiteY140" fmla="*/ 5254919 h 6858000"/>
              <a:gd name="connsiteX141" fmla="*/ 262897 w 5734864"/>
              <a:gd name="connsiteY141" fmla="*/ 5286259 h 6858000"/>
              <a:gd name="connsiteX142" fmla="*/ 252761 w 5734864"/>
              <a:gd name="connsiteY142" fmla="*/ 5357801 h 6858000"/>
              <a:gd name="connsiteX143" fmla="*/ 242360 w 5734864"/>
              <a:gd name="connsiteY143" fmla="*/ 5460080 h 6858000"/>
              <a:gd name="connsiteX144" fmla="*/ 229880 w 5734864"/>
              <a:gd name="connsiteY144" fmla="*/ 5539714 h 6858000"/>
              <a:gd name="connsiteX145" fmla="*/ 204283 w 5734864"/>
              <a:gd name="connsiteY145" fmla="*/ 5639080 h 6858000"/>
              <a:gd name="connsiteX146" fmla="*/ 198948 w 5734864"/>
              <a:gd name="connsiteY146" fmla="*/ 5710958 h 6858000"/>
              <a:gd name="connsiteX147" fmla="*/ 192367 w 5734864"/>
              <a:gd name="connsiteY147" fmla="*/ 5719859 h 6858000"/>
              <a:gd name="connsiteX148" fmla="*/ 188035 w 5734864"/>
              <a:gd name="connsiteY148" fmla="*/ 5729935 h 6858000"/>
              <a:gd name="connsiteX149" fmla="*/ 188428 w 5734864"/>
              <a:gd name="connsiteY149" fmla="*/ 5731182 h 6858000"/>
              <a:gd name="connsiteX150" fmla="*/ 181635 w 5734864"/>
              <a:gd name="connsiteY150" fmla="*/ 5753538 h 6858000"/>
              <a:gd name="connsiteX151" fmla="*/ 169744 w 5734864"/>
              <a:gd name="connsiteY151" fmla="*/ 5796307 h 6858000"/>
              <a:gd name="connsiteX152" fmla="*/ 170351 w 5734864"/>
              <a:gd name="connsiteY152" fmla="*/ 5796644 h 6858000"/>
              <a:gd name="connsiteX153" fmla="*/ 171559 w 5734864"/>
              <a:gd name="connsiteY153" fmla="*/ 5803435 h 6858000"/>
              <a:gd name="connsiteX154" fmla="*/ 172284 w 5734864"/>
              <a:gd name="connsiteY154" fmla="*/ 5816391 h 6858000"/>
              <a:gd name="connsiteX155" fmla="*/ 182542 w 5734864"/>
              <a:gd name="connsiteY155" fmla="*/ 5846382 h 6858000"/>
              <a:gd name="connsiteX156" fmla="*/ 175877 w 5734864"/>
              <a:gd name="connsiteY156" fmla="*/ 5871336 h 6858000"/>
              <a:gd name="connsiteX157" fmla="*/ 174910 w 5734864"/>
              <a:gd name="connsiteY157" fmla="*/ 5876376 h 6858000"/>
              <a:gd name="connsiteX158" fmla="*/ 175047 w 5734864"/>
              <a:gd name="connsiteY158" fmla="*/ 5876483 h 6858000"/>
              <a:gd name="connsiteX159" fmla="*/ 174335 w 5734864"/>
              <a:gd name="connsiteY159" fmla="*/ 5881814 h 6858000"/>
              <a:gd name="connsiteX160" fmla="*/ 171273 w 5734864"/>
              <a:gd name="connsiteY160" fmla="*/ 5895339 h 6858000"/>
              <a:gd name="connsiteX161" fmla="*/ 171658 w 5734864"/>
              <a:gd name="connsiteY161" fmla="*/ 5898749 h 6858000"/>
              <a:gd name="connsiteX162" fmla="*/ 174658 w 5734864"/>
              <a:gd name="connsiteY162" fmla="*/ 5919558 h 6858000"/>
              <a:gd name="connsiteX163" fmla="*/ 169099 w 5734864"/>
              <a:gd name="connsiteY163" fmla="*/ 5984417 h 6858000"/>
              <a:gd name="connsiteX164" fmla="*/ 162007 w 5734864"/>
              <a:gd name="connsiteY164" fmla="*/ 6049043 h 6858000"/>
              <a:gd name="connsiteX165" fmla="*/ 156875 w 5734864"/>
              <a:gd name="connsiteY165" fmla="*/ 6114000 h 6858000"/>
              <a:gd name="connsiteX166" fmla="*/ 165441 w 5734864"/>
              <a:gd name="connsiteY166" fmla="*/ 6146938 h 6858000"/>
              <a:gd name="connsiteX167" fmla="*/ 165177 w 5734864"/>
              <a:gd name="connsiteY167" fmla="*/ 6150658 h 6858000"/>
              <a:gd name="connsiteX168" fmla="*/ 161772 w 5734864"/>
              <a:gd name="connsiteY168" fmla="*/ 6160011 h 6858000"/>
              <a:gd name="connsiteX169" fmla="*/ 160051 w 5734864"/>
              <a:gd name="connsiteY169" fmla="*/ 6163393 h 6858000"/>
              <a:gd name="connsiteX170" fmla="*/ 158473 w 5734864"/>
              <a:gd name="connsiteY170" fmla="*/ 6168628 h 6858000"/>
              <a:gd name="connsiteX171" fmla="*/ 158573 w 5734864"/>
              <a:gd name="connsiteY171" fmla="*/ 6168799 h 6858000"/>
              <a:gd name="connsiteX172" fmla="*/ 146463 w 5734864"/>
              <a:gd name="connsiteY172" fmla="*/ 6196671 h 6858000"/>
              <a:gd name="connsiteX173" fmla="*/ 150209 w 5734864"/>
              <a:gd name="connsiteY173" fmla="*/ 6232365 h 6858000"/>
              <a:gd name="connsiteX174" fmla="*/ 148544 w 5734864"/>
              <a:gd name="connsiteY174" fmla="*/ 6246162 h 6858000"/>
              <a:gd name="connsiteX175" fmla="*/ 148403 w 5734864"/>
              <a:gd name="connsiteY175" fmla="*/ 6253754 h 6858000"/>
              <a:gd name="connsiteX176" fmla="*/ 138880 w 5734864"/>
              <a:gd name="connsiteY176" fmla="*/ 6276449 h 6858000"/>
              <a:gd name="connsiteX177" fmla="*/ 138683 w 5734864"/>
              <a:gd name="connsiteY177" fmla="*/ 6279721 h 6858000"/>
              <a:gd name="connsiteX178" fmla="*/ 130721 w 5734864"/>
              <a:gd name="connsiteY178" fmla="*/ 6293675 h 6858000"/>
              <a:gd name="connsiteX179" fmla="*/ 120717 w 5734864"/>
              <a:gd name="connsiteY179" fmla="*/ 6313967 h 6858000"/>
              <a:gd name="connsiteX180" fmla="*/ 120841 w 5734864"/>
              <a:gd name="connsiteY180" fmla="*/ 6315437 h 6858000"/>
              <a:gd name="connsiteX181" fmla="*/ 115208 w 5734864"/>
              <a:gd name="connsiteY181" fmla="*/ 6324024 h 6858000"/>
              <a:gd name="connsiteX182" fmla="*/ 101217 w 5734864"/>
              <a:gd name="connsiteY182" fmla="*/ 6365923 h 6858000"/>
              <a:gd name="connsiteX183" fmla="*/ 74946 w 5734864"/>
              <a:gd name="connsiteY183" fmla="*/ 6556817 h 6858000"/>
              <a:gd name="connsiteX184" fmla="*/ 16001 w 5734864"/>
              <a:gd name="connsiteY184" fmla="*/ 6808678 h 6858000"/>
              <a:gd name="connsiteX185" fmla="*/ 0 w 5734864"/>
              <a:gd name="connsiteY185" fmla="*/ 6858000 h 6858000"/>
              <a:gd name="connsiteX186" fmla="*/ 5734864 w 5734864"/>
              <a:gd name="connsiteY186" fmla="*/ 6858000 h 6858000"/>
              <a:gd name="connsiteX187" fmla="*/ 5734864 w 5734864"/>
              <a:gd name="connsiteY187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</a:cxnLst>
            <a:rect l="l" t="t" r="r" b="b"/>
            <a:pathLst>
              <a:path w="5734864" h="6858000">
                <a:moveTo>
                  <a:pt x="5734864" y="0"/>
                </a:moveTo>
                <a:lnTo>
                  <a:pt x="771611" y="0"/>
                </a:lnTo>
                <a:cubicBezTo>
                  <a:pt x="771634" y="16369"/>
                  <a:pt x="771656" y="32739"/>
                  <a:pt x="771679" y="49108"/>
                </a:cubicBezTo>
                <a:cubicBezTo>
                  <a:pt x="775201" y="55622"/>
                  <a:pt x="788724" y="196721"/>
                  <a:pt x="794248" y="200968"/>
                </a:cubicBezTo>
                <a:lnTo>
                  <a:pt x="801749" y="414071"/>
                </a:lnTo>
                <a:cubicBezTo>
                  <a:pt x="807329" y="440933"/>
                  <a:pt x="835107" y="598697"/>
                  <a:pt x="818548" y="585467"/>
                </a:cubicBezTo>
                <a:cubicBezTo>
                  <a:pt x="856197" y="664140"/>
                  <a:pt x="837895" y="708473"/>
                  <a:pt x="857476" y="800623"/>
                </a:cubicBezTo>
                <a:cubicBezTo>
                  <a:pt x="822401" y="857344"/>
                  <a:pt x="855723" y="824571"/>
                  <a:pt x="851083" y="878903"/>
                </a:cubicBezTo>
                <a:cubicBezTo>
                  <a:pt x="884811" y="859448"/>
                  <a:pt x="834648" y="946397"/>
                  <a:pt x="873564" y="943826"/>
                </a:cubicBezTo>
                <a:cubicBezTo>
                  <a:pt x="871487" y="953795"/>
                  <a:pt x="868248" y="963533"/>
                  <a:pt x="864705" y="973328"/>
                </a:cubicBezTo>
                <a:lnTo>
                  <a:pt x="862869" y="978457"/>
                </a:lnTo>
                <a:lnTo>
                  <a:pt x="862233" y="998041"/>
                </a:lnTo>
                <a:lnTo>
                  <a:pt x="853665" y="1004750"/>
                </a:lnTo>
                <a:lnTo>
                  <a:pt x="847865" y="1070795"/>
                </a:lnTo>
                <a:cubicBezTo>
                  <a:pt x="870234" y="1110486"/>
                  <a:pt x="833172" y="1190441"/>
                  <a:pt x="862786" y="1238994"/>
                </a:cubicBezTo>
                <a:cubicBezTo>
                  <a:pt x="864699" y="1290599"/>
                  <a:pt x="860615" y="1347716"/>
                  <a:pt x="859345" y="1380427"/>
                </a:cubicBezTo>
                <a:cubicBezTo>
                  <a:pt x="845703" y="1396391"/>
                  <a:pt x="873184" y="1435525"/>
                  <a:pt x="855172" y="1435262"/>
                </a:cubicBezTo>
                <a:lnTo>
                  <a:pt x="860494" y="1453861"/>
                </a:lnTo>
                <a:lnTo>
                  <a:pt x="853731" y="1467047"/>
                </a:lnTo>
                <a:cubicBezTo>
                  <a:pt x="846549" y="1480528"/>
                  <a:pt x="841728" y="1491093"/>
                  <a:pt x="845847" y="1502307"/>
                </a:cubicBezTo>
                <a:lnTo>
                  <a:pt x="817613" y="1565166"/>
                </a:lnTo>
                <a:cubicBezTo>
                  <a:pt x="805468" y="1557258"/>
                  <a:pt x="816534" y="1596564"/>
                  <a:pt x="804223" y="1601941"/>
                </a:cubicBezTo>
                <a:cubicBezTo>
                  <a:pt x="794287" y="1604654"/>
                  <a:pt x="795328" y="1617209"/>
                  <a:pt x="791773" y="1627005"/>
                </a:cubicBezTo>
                <a:cubicBezTo>
                  <a:pt x="781684" y="1634393"/>
                  <a:pt x="772978" y="1683187"/>
                  <a:pt x="774645" y="1699922"/>
                </a:cubicBezTo>
                <a:cubicBezTo>
                  <a:pt x="785341" y="1746767"/>
                  <a:pt x="744845" y="1787099"/>
                  <a:pt x="752343" y="1824604"/>
                </a:cubicBezTo>
                <a:cubicBezTo>
                  <a:pt x="751502" y="1834578"/>
                  <a:pt x="749297" y="1842929"/>
                  <a:pt x="746254" y="1850222"/>
                </a:cubicBezTo>
                <a:lnTo>
                  <a:pt x="728600" y="1869603"/>
                </a:lnTo>
                <a:lnTo>
                  <a:pt x="724396" y="1883104"/>
                </a:lnTo>
                <a:lnTo>
                  <a:pt x="722165" y="1885924"/>
                </a:lnTo>
                <a:lnTo>
                  <a:pt x="721338" y="1887123"/>
                </a:lnTo>
                <a:lnTo>
                  <a:pt x="714840" y="1902274"/>
                </a:lnTo>
                <a:lnTo>
                  <a:pt x="722847" y="1929891"/>
                </a:lnTo>
                <a:lnTo>
                  <a:pt x="714660" y="1982709"/>
                </a:lnTo>
                <a:cubicBezTo>
                  <a:pt x="727725" y="2006201"/>
                  <a:pt x="714739" y="1997091"/>
                  <a:pt x="710759" y="2013010"/>
                </a:cubicBezTo>
                <a:cubicBezTo>
                  <a:pt x="707970" y="2027531"/>
                  <a:pt x="700788" y="2054714"/>
                  <a:pt x="697927" y="2069833"/>
                </a:cubicBezTo>
                <a:cubicBezTo>
                  <a:pt x="685211" y="2080229"/>
                  <a:pt x="698762" y="2088241"/>
                  <a:pt x="693594" y="2103731"/>
                </a:cubicBezTo>
                <a:cubicBezTo>
                  <a:pt x="688481" y="2110649"/>
                  <a:pt x="687183" y="2115973"/>
                  <a:pt x="691109" y="2124027"/>
                </a:cubicBezTo>
                <a:cubicBezTo>
                  <a:pt x="666413" y="2155740"/>
                  <a:pt x="688031" y="2144874"/>
                  <a:pt x="676593" y="2176182"/>
                </a:cubicBezTo>
                <a:cubicBezTo>
                  <a:pt x="665190" y="2202944"/>
                  <a:pt x="656416" y="2233857"/>
                  <a:pt x="633227" y="2258036"/>
                </a:cubicBezTo>
                <a:cubicBezTo>
                  <a:pt x="626930" y="2262191"/>
                  <a:pt x="623498" y="2274069"/>
                  <a:pt x="625564" y="2284567"/>
                </a:cubicBezTo>
                <a:cubicBezTo>
                  <a:pt x="625918" y="2286374"/>
                  <a:pt x="626427" y="2288071"/>
                  <a:pt x="627074" y="2289605"/>
                </a:cubicBezTo>
                <a:cubicBezTo>
                  <a:pt x="619029" y="2296628"/>
                  <a:pt x="616453" y="2303188"/>
                  <a:pt x="614574" y="2308717"/>
                </a:cubicBezTo>
                <a:lnTo>
                  <a:pt x="606890" y="2320662"/>
                </a:lnTo>
                <a:lnTo>
                  <a:pt x="605558" y="2327897"/>
                </a:lnTo>
                <a:lnTo>
                  <a:pt x="602202" y="2357749"/>
                </a:lnTo>
                <a:lnTo>
                  <a:pt x="600213" y="2364905"/>
                </a:lnTo>
                <a:lnTo>
                  <a:pt x="597160" y="2388351"/>
                </a:lnTo>
                <a:lnTo>
                  <a:pt x="597982" y="2402296"/>
                </a:lnTo>
                <a:lnTo>
                  <a:pt x="593150" y="2420015"/>
                </a:lnTo>
                <a:cubicBezTo>
                  <a:pt x="593044" y="2420926"/>
                  <a:pt x="592939" y="2421838"/>
                  <a:pt x="592833" y="2422749"/>
                </a:cubicBezTo>
                <a:lnTo>
                  <a:pt x="594479" y="2426002"/>
                </a:lnTo>
                <a:cubicBezTo>
                  <a:pt x="594168" y="2427683"/>
                  <a:pt x="593118" y="2429721"/>
                  <a:pt x="591963" y="2431950"/>
                </a:cubicBezTo>
                <a:cubicBezTo>
                  <a:pt x="591823" y="2432599"/>
                  <a:pt x="591684" y="2433248"/>
                  <a:pt x="591544" y="2433897"/>
                </a:cubicBezTo>
                <a:lnTo>
                  <a:pt x="589519" y="2451398"/>
                </a:lnTo>
                <a:cubicBezTo>
                  <a:pt x="589692" y="2452777"/>
                  <a:pt x="589864" y="2454157"/>
                  <a:pt x="590037" y="2455536"/>
                </a:cubicBezTo>
                <a:lnTo>
                  <a:pt x="588179" y="2462981"/>
                </a:lnTo>
                <a:lnTo>
                  <a:pt x="583434" y="2503991"/>
                </a:lnTo>
                <a:cubicBezTo>
                  <a:pt x="576530" y="2566058"/>
                  <a:pt x="570433" y="2625224"/>
                  <a:pt x="567942" y="2652936"/>
                </a:cubicBezTo>
                <a:cubicBezTo>
                  <a:pt x="570864" y="2658290"/>
                  <a:pt x="572739" y="2664095"/>
                  <a:pt x="573869" y="2670188"/>
                </a:cubicBezTo>
                <a:lnTo>
                  <a:pt x="575243" y="2688114"/>
                </a:lnTo>
                <a:lnTo>
                  <a:pt x="573824" y="2689856"/>
                </a:lnTo>
                <a:cubicBezTo>
                  <a:pt x="569972" y="2698471"/>
                  <a:pt x="569572" y="2704494"/>
                  <a:pt x="570699" y="2709353"/>
                </a:cubicBezTo>
                <a:lnTo>
                  <a:pt x="573192" y="2714527"/>
                </a:lnTo>
                <a:cubicBezTo>
                  <a:pt x="572809" y="2719080"/>
                  <a:pt x="572427" y="2723634"/>
                  <a:pt x="572044" y="2728187"/>
                </a:cubicBezTo>
                <a:cubicBezTo>
                  <a:pt x="572184" y="2737412"/>
                  <a:pt x="572325" y="2746638"/>
                  <a:pt x="572465" y="2755863"/>
                </a:cubicBezTo>
                <a:lnTo>
                  <a:pt x="570028" y="2760324"/>
                </a:lnTo>
                <a:lnTo>
                  <a:pt x="566748" y="2800948"/>
                </a:lnTo>
                <a:lnTo>
                  <a:pt x="565509" y="2801167"/>
                </a:lnTo>
                <a:cubicBezTo>
                  <a:pt x="562655" y="2802587"/>
                  <a:pt x="560408" y="2805381"/>
                  <a:pt x="559367" y="2811129"/>
                </a:cubicBezTo>
                <a:cubicBezTo>
                  <a:pt x="543471" y="2797318"/>
                  <a:pt x="552020" y="2812773"/>
                  <a:pt x="550354" y="2830949"/>
                </a:cubicBezTo>
                <a:cubicBezTo>
                  <a:pt x="525292" y="2813553"/>
                  <a:pt x="531129" y="2868192"/>
                  <a:pt x="514795" y="2872433"/>
                </a:cubicBezTo>
                <a:lnTo>
                  <a:pt x="509875" y="2923099"/>
                </a:lnTo>
                <a:lnTo>
                  <a:pt x="509577" y="2923197"/>
                </a:lnTo>
                <a:cubicBezTo>
                  <a:pt x="508704" y="2924865"/>
                  <a:pt x="508038" y="2927556"/>
                  <a:pt x="507597" y="2931868"/>
                </a:cubicBezTo>
                <a:cubicBezTo>
                  <a:pt x="507524" y="2934019"/>
                  <a:pt x="507452" y="2936171"/>
                  <a:pt x="507379" y="2938322"/>
                </a:cubicBezTo>
                <a:lnTo>
                  <a:pt x="504725" y="2954519"/>
                </a:lnTo>
                <a:lnTo>
                  <a:pt x="502018" y="2959643"/>
                </a:lnTo>
                <a:lnTo>
                  <a:pt x="498360" y="2961019"/>
                </a:lnTo>
                <a:lnTo>
                  <a:pt x="498483" y="2962590"/>
                </a:lnTo>
                <a:cubicBezTo>
                  <a:pt x="502388" y="2975027"/>
                  <a:pt x="510202" y="2980016"/>
                  <a:pt x="484403" y="2990538"/>
                </a:cubicBezTo>
                <a:cubicBezTo>
                  <a:pt x="489425" y="3018352"/>
                  <a:pt x="474337" y="3021029"/>
                  <a:pt x="463075" y="3055956"/>
                </a:cubicBezTo>
                <a:cubicBezTo>
                  <a:pt x="469487" y="3072485"/>
                  <a:pt x="464165" y="3083955"/>
                  <a:pt x="455013" y="3094482"/>
                </a:cubicBezTo>
                <a:cubicBezTo>
                  <a:pt x="453131" y="3130054"/>
                  <a:pt x="437643" y="3160106"/>
                  <a:pt x="428391" y="3198850"/>
                </a:cubicBezTo>
                <a:lnTo>
                  <a:pt x="401440" y="3307560"/>
                </a:lnTo>
                <a:lnTo>
                  <a:pt x="386076" y="3373943"/>
                </a:lnTo>
                <a:cubicBezTo>
                  <a:pt x="386236" y="3376061"/>
                  <a:pt x="380537" y="3378856"/>
                  <a:pt x="374726" y="3381364"/>
                </a:cubicBezTo>
                <a:lnTo>
                  <a:pt x="369145" y="3383729"/>
                </a:lnTo>
                <a:lnTo>
                  <a:pt x="364294" y="3414159"/>
                </a:lnTo>
                <a:lnTo>
                  <a:pt x="366450" y="3436925"/>
                </a:lnTo>
                <a:lnTo>
                  <a:pt x="351743" y="3521619"/>
                </a:lnTo>
                <a:lnTo>
                  <a:pt x="345784" y="3603757"/>
                </a:lnTo>
                <a:cubicBezTo>
                  <a:pt x="345255" y="3619979"/>
                  <a:pt x="344727" y="3636202"/>
                  <a:pt x="344198" y="3652424"/>
                </a:cubicBezTo>
                <a:lnTo>
                  <a:pt x="352450" y="3665222"/>
                </a:lnTo>
                <a:lnTo>
                  <a:pt x="342621" y="3700804"/>
                </a:lnTo>
                <a:lnTo>
                  <a:pt x="341514" y="3734774"/>
                </a:lnTo>
                <a:cubicBezTo>
                  <a:pt x="341212" y="3751567"/>
                  <a:pt x="340909" y="3768360"/>
                  <a:pt x="340607" y="3785153"/>
                </a:cubicBezTo>
                <a:cubicBezTo>
                  <a:pt x="340640" y="3786161"/>
                  <a:pt x="340674" y="3787169"/>
                  <a:pt x="340707" y="3788177"/>
                </a:cubicBezTo>
                <a:cubicBezTo>
                  <a:pt x="340592" y="3791719"/>
                  <a:pt x="340476" y="3795261"/>
                  <a:pt x="340361" y="3798803"/>
                </a:cubicBezTo>
                <a:cubicBezTo>
                  <a:pt x="340121" y="3812119"/>
                  <a:pt x="339882" y="3825434"/>
                  <a:pt x="339642" y="3838750"/>
                </a:cubicBezTo>
                <a:cubicBezTo>
                  <a:pt x="337363" y="3949044"/>
                  <a:pt x="361794" y="3960437"/>
                  <a:pt x="360295" y="4015196"/>
                </a:cubicBezTo>
                <a:lnTo>
                  <a:pt x="339043" y="4052778"/>
                </a:lnTo>
                <a:lnTo>
                  <a:pt x="339343" y="4096257"/>
                </a:lnTo>
                <a:cubicBezTo>
                  <a:pt x="362058" y="4159145"/>
                  <a:pt x="332404" y="4250479"/>
                  <a:pt x="340786" y="4321136"/>
                </a:cubicBezTo>
                <a:cubicBezTo>
                  <a:pt x="341421" y="4376624"/>
                  <a:pt x="344189" y="4407708"/>
                  <a:pt x="343158" y="4429174"/>
                </a:cubicBezTo>
                <a:cubicBezTo>
                  <a:pt x="340948" y="4436304"/>
                  <a:pt x="337887" y="4443121"/>
                  <a:pt x="334599" y="4449938"/>
                </a:cubicBezTo>
                <a:lnTo>
                  <a:pt x="332890" y="4453515"/>
                </a:lnTo>
                <a:lnTo>
                  <a:pt x="331105" y="4467941"/>
                </a:lnTo>
                <a:lnTo>
                  <a:pt x="324289" y="4471861"/>
                </a:lnTo>
                <a:lnTo>
                  <a:pt x="317079" y="4493468"/>
                </a:lnTo>
                <a:cubicBezTo>
                  <a:pt x="315353" y="4501584"/>
                  <a:pt x="314639" y="4510343"/>
                  <a:pt x="315557" y="4520067"/>
                </a:cubicBezTo>
                <a:cubicBezTo>
                  <a:pt x="315451" y="4525669"/>
                  <a:pt x="315346" y="4531270"/>
                  <a:pt x="315240" y="4536872"/>
                </a:cubicBezTo>
                <a:lnTo>
                  <a:pt x="316200" y="4538297"/>
                </a:lnTo>
                <a:cubicBezTo>
                  <a:pt x="316738" y="4541182"/>
                  <a:pt x="316785" y="4544563"/>
                  <a:pt x="317507" y="4547582"/>
                </a:cubicBezTo>
                <a:cubicBezTo>
                  <a:pt x="322716" y="4552468"/>
                  <a:pt x="324912" y="4582137"/>
                  <a:pt x="323078" y="4592102"/>
                </a:cubicBezTo>
                <a:cubicBezTo>
                  <a:pt x="314597" y="4619728"/>
                  <a:pt x="334923" y="4645745"/>
                  <a:pt x="328722" y="4667914"/>
                </a:cubicBezTo>
                <a:cubicBezTo>
                  <a:pt x="330810" y="4685069"/>
                  <a:pt x="333803" y="4690356"/>
                  <a:pt x="335597" y="4695035"/>
                </a:cubicBezTo>
                <a:lnTo>
                  <a:pt x="339485" y="4695979"/>
                </a:lnTo>
                <a:lnTo>
                  <a:pt x="341089" y="4704268"/>
                </a:lnTo>
                <a:lnTo>
                  <a:pt x="342177" y="4706060"/>
                </a:lnTo>
                <a:cubicBezTo>
                  <a:pt x="344268" y="4709474"/>
                  <a:pt x="346234" y="4712931"/>
                  <a:pt x="347751" y="4716754"/>
                </a:cubicBezTo>
                <a:lnTo>
                  <a:pt x="344125" y="4764669"/>
                </a:lnTo>
                <a:lnTo>
                  <a:pt x="340188" y="4779386"/>
                </a:lnTo>
                <a:lnTo>
                  <a:pt x="335146" y="4787491"/>
                </a:lnTo>
                <a:lnTo>
                  <a:pt x="319124" y="4843514"/>
                </a:lnTo>
                <a:lnTo>
                  <a:pt x="305956" y="4881505"/>
                </a:lnTo>
                <a:lnTo>
                  <a:pt x="301062" y="4889332"/>
                </a:lnTo>
                <a:lnTo>
                  <a:pt x="302141" y="4899400"/>
                </a:lnTo>
                <a:cubicBezTo>
                  <a:pt x="302767" y="4900706"/>
                  <a:pt x="303536" y="4901803"/>
                  <a:pt x="304424" y="4902664"/>
                </a:cubicBezTo>
                <a:lnTo>
                  <a:pt x="293123" y="4932769"/>
                </a:lnTo>
                <a:lnTo>
                  <a:pt x="292275" y="4936482"/>
                </a:lnTo>
                <a:lnTo>
                  <a:pt x="288304" y="4962325"/>
                </a:lnTo>
                <a:cubicBezTo>
                  <a:pt x="288009" y="4988948"/>
                  <a:pt x="287715" y="5015570"/>
                  <a:pt x="287420" y="5042193"/>
                </a:cubicBezTo>
                <a:cubicBezTo>
                  <a:pt x="295373" y="5039737"/>
                  <a:pt x="281659" y="5060438"/>
                  <a:pt x="287020" y="5065655"/>
                </a:cubicBezTo>
                <a:cubicBezTo>
                  <a:pt x="291675" y="5068928"/>
                  <a:pt x="288601" y="5075970"/>
                  <a:pt x="288488" y="5082216"/>
                </a:cubicBezTo>
                <a:cubicBezTo>
                  <a:pt x="292282" y="5088207"/>
                  <a:pt x="287008" y="5117775"/>
                  <a:pt x="282763" y="5127114"/>
                </a:cubicBezTo>
                <a:cubicBezTo>
                  <a:pt x="267723" y="5152218"/>
                  <a:pt x="280799" y="5182399"/>
                  <a:pt x="269316" y="5202682"/>
                </a:cubicBezTo>
                <a:cubicBezTo>
                  <a:pt x="267050" y="5219969"/>
                  <a:pt x="268614" y="5225841"/>
                  <a:pt x="269174" y="5230835"/>
                </a:cubicBezTo>
                <a:lnTo>
                  <a:pt x="272679" y="5232660"/>
                </a:lnTo>
                <a:lnTo>
                  <a:pt x="272160" y="5241150"/>
                </a:lnTo>
                <a:lnTo>
                  <a:pt x="272760" y="5243156"/>
                </a:lnTo>
                <a:cubicBezTo>
                  <a:pt x="273922" y="5246984"/>
                  <a:pt x="274952" y="5250824"/>
                  <a:pt x="275462" y="5254919"/>
                </a:cubicBezTo>
                <a:cubicBezTo>
                  <a:pt x="258407" y="5258851"/>
                  <a:pt x="276976" y="5290392"/>
                  <a:pt x="262897" y="5286259"/>
                </a:cubicBezTo>
                <a:cubicBezTo>
                  <a:pt x="262724" y="5309439"/>
                  <a:pt x="239612" y="5337531"/>
                  <a:pt x="252761" y="5357801"/>
                </a:cubicBezTo>
                <a:cubicBezTo>
                  <a:pt x="248775" y="5392256"/>
                  <a:pt x="247799" y="5423412"/>
                  <a:pt x="242360" y="5460080"/>
                </a:cubicBezTo>
                <a:cubicBezTo>
                  <a:pt x="232632" y="5488478"/>
                  <a:pt x="242025" y="5519143"/>
                  <a:pt x="229880" y="5539714"/>
                </a:cubicBezTo>
                <a:cubicBezTo>
                  <a:pt x="230558" y="5572454"/>
                  <a:pt x="222150" y="5613340"/>
                  <a:pt x="204283" y="5639080"/>
                </a:cubicBezTo>
                <a:cubicBezTo>
                  <a:pt x="201596" y="5674226"/>
                  <a:pt x="191051" y="5680198"/>
                  <a:pt x="198948" y="5710958"/>
                </a:cubicBezTo>
                <a:cubicBezTo>
                  <a:pt x="196338" y="5713534"/>
                  <a:pt x="194185" y="5716550"/>
                  <a:pt x="192367" y="5719859"/>
                </a:cubicBezTo>
                <a:lnTo>
                  <a:pt x="188035" y="5729935"/>
                </a:lnTo>
                <a:lnTo>
                  <a:pt x="188428" y="5731182"/>
                </a:lnTo>
                <a:lnTo>
                  <a:pt x="181635" y="5753538"/>
                </a:lnTo>
                <a:lnTo>
                  <a:pt x="169744" y="5796307"/>
                </a:lnTo>
                <a:lnTo>
                  <a:pt x="170351" y="5796644"/>
                </a:lnTo>
                <a:cubicBezTo>
                  <a:pt x="171558" y="5797954"/>
                  <a:pt x="172173" y="5799948"/>
                  <a:pt x="171559" y="5803435"/>
                </a:cubicBezTo>
                <a:cubicBezTo>
                  <a:pt x="182664" y="5798231"/>
                  <a:pt x="175075" y="5805646"/>
                  <a:pt x="172284" y="5816391"/>
                </a:cubicBezTo>
                <a:cubicBezTo>
                  <a:pt x="188911" y="5810703"/>
                  <a:pt x="174844" y="5841128"/>
                  <a:pt x="182542" y="5846382"/>
                </a:cubicBezTo>
                <a:cubicBezTo>
                  <a:pt x="180118" y="5854404"/>
                  <a:pt x="177856" y="5862781"/>
                  <a:pt x="175877" y="5871336"/>
                </a:cubicBezTo>
                <a:lnTo>
                  <a:pt x="174910" y="5876376"/>
                </a:lnTo>
                <a:lnTo>
                  <a:pt x="175047" y="5876483"/>
                </a:lnTo>
                <a:cubicBezTo>
                  <a:pt x="175167" y="5877594"/>
                  <a:pt x="174973" y="5879257"/>
                  <a:pt x="174335" y="5881814"/>
                </a:cubicBezTo>
                <a:lnTo>
                  <a:pt x="171273" y="5895339"/>
                </a:lnTo>
                <a:cubicBezTo>
                  <a:pt x="171401" y="5896476"/>
                  <a:pt x="171530" y="5897612"/>
                  <a:pt x="171658" y="5898749"/>
                </a:cubicBezTo>
                <a:lnTo>
                  <a:pt x="174658" y="5919558"/>
                </a:lnTo>
                <a:cubicBezTo>
                  <a:pt x="173958" y="5933601"/>
                  <a:pt x="171208" y="5962838"/>
                  <a:pt x="169099" y="5984417"/>
                </a:cubicBezTo>
                <a:cubicBezTo>
                  <a:pt x="162916" y="6005205"/>
                  <a:pt x="164971" y="6025162"/>
                  <a:pt x="162007" y="6049043"/>
                </a:cubicBezTo>
                <a:cubicBezTo>
                  <a:pt x="150795" y="6073830"/>
                  <a:pt x="160091" y="6088483"/>
                  <a:pt x="156875" y="6114000"/>
                </a:cubicBezTo>
                <a:cubicBezTo>
                  <a:pt x="141597" y="6134477"/>
                  <a:pt x="163381" y="6133378"/>
                  <a:pt x="165441" y="6146938"/>
                </a:cubicBezTo>
                <a:lnTo>
                  <a:pt x="165177" y="6150658"/>
                </a:lnTo>
                <a:lnTo>
                  <a:pt x="161772" y="6160011"/>
                </a:lnTo>
                <a:lnTo>
                  <a:pt x="160051" y="6163393"/>
                </a:lnTo>
                <a:cubicBezTo>
                  <a:pt x="159032" y="6165775"/>
                  <a:pt x="158564" y="6167421"/>
                  <a:pt x="158473" y="6168628"/>
                </a:cubicBezTo>
                <a:cubicBezTo>
                  <a:pt x="158506" y="6168685"/>
                  <a:pt x="158540" y="6168742"/>
                  <a:pt x="158573" y="6168799"/>
                </a:cubicBezTo>
                <a:lnTo>
                  <a:pt x="146463" y="6196671"/>
                </a:lnTo>
                <a:cubicBezTo>
                  <a:pt x="152348" y="6205503"/>
                  <a:pt x="134460" y="6231012"/>
                  <a:pt x="150209" y="6232365"/>
                </a:cubicBezTo>
                <a:cubicBezTo>
                  <a:pt x="145821" y="6242321"/>
                  <a:pt x="137774" y="6246719"/>
                  <a:pt x="148544" y="6246162"/>
                </a:cubicBezTo>
                <a:cubicBezTo>
                  <a:pt x="147378" y="6249522"/>
                  <a:pt x="147566" y="6251866"/>
                  <a:pt x="148403" y="6253754"/>
                </a:cubicBezTo>
                <a:lnTo>
                  <a:pt x="138880" y="6276449"/>
                </a:lnTo>
                <a:cubicBezTo>
                  <a:pt x="138814" y="6277540"/>
                  <a:pt x="138749" y="6278630"/>
                  <a:pt x="138683" y="6279721"/>
                </a:cubicBezTo>
                <a:lnTo>
                  <a:pt x="130721" y="6293675"/>
                </a:lnTo>
                <a:lnTo>
                  <a:pt x="120717" y="6313967"/>
                </a:lnTo>
                <a:cubicBezTo>
                  <a:pt x="120758" y="6314457"/>
                  <a:pt x="120800" y="6314947"/>
                  <a:pt x="120841" y="6315437"/>
                </a:cubicBezTo>
                <a:lnTo>
                  <a:pt x="115208" y="6324024"/>
                </a:lnTo>
                <a:cubicBezTo>
                  <a:pt x="113007" y="6326672"/>
                  <a:pt x="103991" y="6364381"/>
                  <a:pt x="101217" y="6365923"/>
                </a:cubicBezTo>
                <a:lnTo>
                  <a:pt x="74946" y="6556817"/>
                </a:lnTo>
                <a:cubicBezTo>
                  <a:pt x="55357" y="6665926"/>
                  <a:pt x="35695" y="6744075"/>
                  <a:pt x="16001" y="6808678"/>
                </a:cubicBezTo>
                <a:lnTo>
                  <a:pt x="0" y="6858000"/>
                </a:lnTo>
                <a:lnTo>
                  <a:pt x="5734864" y="6858000"/>
                </a:lnTo>
                <a:lnTo>
                  <a:pt x="5734864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EC84FB9-686D-9B7B-7BE0-5D4BF259CB49}"/>
              </a:ext>
            </a:extLst>
          </p:cNvPr>
          <p:cNvSpPr txBox="1"/>
          <p:nvPr/>
        </p:nvSpPr>
        <p:spPr>
          <a:xfrm>
            <a:off x="773408" y="992094"/>
            <a:ext cx="3616913" cy="27951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Questions</a:t>
            </a:r>
            <a:r>
              <a:rPr lang="en-US" sz="4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?</a:t>
            </a:r>
          </a:p>
        </p:txBody>
      </p:sp>
      <p:pic>
        <p:nvPicPr>
          <p:cNvPr id="8" name="Picture 7" descr="A group of hands with their hands raised&#10;&#10;Description automatically generated">
            <a:extLst>
              <a:ext uri="{FF2B5EF4-FFF2-40B4-BE49-F238E27FC236}">
                <a16:creationId xmlns:a16="http://schemas.microsoft.com/office/drawing/2014/main" id="{EFB8A6E5-CB28-2BCB-2F87-E707279982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4801" y="578738"/>
            <a:ext cx="5670549" cy="5670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00983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8" name="Google Shape;5978;p39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609600" tIns="12167" rIns="1341100" bIns="0" rtlCol="0" anchor="t" anchorCtr="0">
            <a:noAutofit/>
          </a:bodyPr>
          <a:lstStyle/>
          <a:p>
            <a:r>
              <a:rPr lang="en" dirty="0"/>
              <a:t>  10 Minutes</a:t>
            </a:r>
            <a:endParaRPr dirty="0"/>
          </a:p>
        </p:txBody>
      </p:sp>
      <p:sp>
        <p:nvSpPr>
          <p:cNvPr id="5979" name="Google Shape;5979;p393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121900" rtlCol="0" anchor="t" anchorCtr="0">
            <a:noAutofit/>
          </a:bodyPr>
          <a:lstStyle/>
          <a:p>
            <a:fld id="{00000000-1234-1234-1234-123412341234}" type="slidenum">
              <a:rPr lang="en"/>
              <a:pPr/>
              <a:t>19</a:t>
            </a:fld>
            <a:endParaRPr/>
          </a:p>
        </p:txBody>
      </p:sp>
      <p:sp>
        <p:nvSpPr>
          <p:cNvPr id="5981" name="Google Shape;5981;p393"/>
          <p:cNvSpPr txBox="1">
            <a:spLocks noGrp="1"/>
          </p:cNvSpPr>
          <p:nvPr>
            <p:ph type="title" idx="2"/>
          </p:nvPr>
        </p:nvSpPr>
        <p:spPr>
          <a:xfrm>
            <a:off x="365200" y="1390500"/>
            <a:ext cx="11686000" cy="3685600"/>
          </a:xfrm>
          <a:prstGeom prst="rect">
            <a:avLst/>
          </a:prstGeom>
        </p:spPr>
        <p:txBody>
          <a:bodyPr spcFirstLastPara="1" vert="horz" wrap="square" lIns="3413733" tIns="0" rIns="609600" bIns="609600" rtlCol="0" anchor="t" anchorCtr="0">
            <a:noAutofit/>
          </a:bodyPr>
          <a:lstStyle/>
          <a:p>
            <a:pPr>
              <a:buClr>
                <a:schemeClr val="dk1"/>
              </a:buClr>
              <a:buSzPts val="1100"/>
            </a:pPr>
            <a:r>
              <a:rPr lang="en" sz="3067" b="1" dirty="0"/>
              <a:t>Everyone Do: </a:t>
            </a:r>
            <a:r>
              <a:rPr lang="en-US" sz="3067" b="1" dirty="0"/>
              <a:t>Apocalypse Food Prep Transformations </a:t>
            </a:r>
            <a:endParaRPr sz="3067" b="1" dirty="0"/>
          </a:p>
          <a:p>
            <a:pPr>
              <a:buClr>
                <a:schemeClr val="dk1"/>
              </a:buClr>
              <a:buSzPts val="1100"/>
            </a:pPr>
            <a:endParaRPr sz="3067" dirty="0">
              <a:latin typeface="Roboto Medium"/>
              <a:ea typeface="Roboto Medium"/>
              <a:cs typeface="Roboto Medium"/>
              <a:sym typeface="Roboto Medium"/>
            </a:endParaRPr>
          </a:p>
          <a:p>
            <a:pPr>
              <a:buClr>
                <a:schemeClr val="dk1"/>
              </a:buClr>
              <a:buSzPts val="1100"/>
            </a:pPr>
            <a:endParaRPr sz="2533" dirty="0"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5" name="Picture 4" descr="A pen and pencil with a black background&#10;&#10;Description automatically generated">
            <a:extLst>
              <a:ext uri="{FF2B5EF4-FFF2-40B4-BE49-F238E27FC236}">
                <a16:creationId xmlns:a16="http://schemas.microsoft.com/office/drawing/2014/main" id="{3D4352F9-81A4-3797-0CFF-9F8D6E7473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4800" y="428610"/>
            <a:ext cx="4133943" cy="4133943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E26E8FB-5CDF-A9C2-62AB-B8EF12F5377E}"/>
              </a:ext>
            </a:extLst>
          </p:cNvPr>
          <p:cNvSpPr/>
          <p:nvPr/>
        </p:nvSpPr>
        <p:spPr>
          <a:xfrm>
            <a:off x="0" y="4684029"/>
            <a:ext cx="12192000" cy="1866837"/>
          </a:xfrm>
          <a:prstGeom prst="rect">
            <a:avLst/>
          </a:prstGeom>
          <a:solidFill>
            <a:srgbClr val="FFC000">
              <a:alpha val="50000"/>
            </a:srgbClr>
          </a:solidFill>
          <a:ln>
            <a:solidFill>
              <a:srgbClr val="FFC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clock with a bell&#10;&#10;Description automatically generated">
            <a:extLst>
              <a:ext uri="{FF2B5EF4-FFF2-40B4-BE49-F238E27FC236}">
                <a16:creationId xmlns:a16="http://schemas.microsoft.com/office/drawing/2014/main" id="{88A25E8B-E337-29D4-2624-D9E613FFDA2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6776" y="4730288"/>
            <a:ext cx="1474424" cy="147442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8A1C98C-CBF1-4DF3-3F11-519189FD83DE}"/>
              </a:ext>
            </a:extLst>
          </p:cNvPr>
          <p:cNvSpPr txBox="1"/>
          <p:nvPr/>
        </p:nvSpPr>
        <p:spPr>
          <a:xfrm>
            <a:off x="7881257" y="5076100"/>
            <a:ext cx="26281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Suggested Time: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B896F87-EB2A-AA3D-0D4B-F4A66B100DCD}"/>
              </a:ext>
            </a:extLst>
          </p:cNvPr>
          <p:cNvSpPr txBox="1"/>
          <p:nvPr/>
        </p:nvSpPr>
        <p:spPr>
          <a:xfrm>
            <a:off x="8666492" y="5567098"/>
            <a:ext cx="25975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20 minutes </a:t>
            </a:r>
          </a:p>
        </p:txBody>
      </p:sp>
    </p:spTree>
    <p:extLst>
      <p:ext uri="{BB962C8B-B14F-4D97-AF65-F5344CB8AC3E}">
        <p14:creationId xmlns:p14="http://schemas.microsoft.com/office/powerpoint/2010/main" val="10280570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0" name="Google Shape;6080;p407"/>
          <p:cNvSpPr txBox="1">
            <a:spLocks noGrp="1"/>
          </p:cNvSpPr>
          <p:nvPr>
            <p:ph type="title"/>
          </p:nvPr>
        </p:nvSpPr>
        <p:spPr>
          <a:xfrm>
            <a:off x="-16400" y="0"/>
            <a:ext cx="12224800" cy="711600"/>
          </a:xfrm>
          <a:prstGeom prst="rect">
            <a:avLst/>
          </a:prstGeom>
        </p:spPr>
        <p:txBody>
          <a:bodyPr spcFirstLastPara="1" vert="horz" wrap="square" lIns="609600" tIns="243833" rIns="365733" bIns="121900" rtlCol="0" anchor="t" anchorCtr="0">
            <a:noAutofit/>
          </a:bodyPr>
          <a:lstStyle/>
          <a:p>
            <a:pPr>
              <a:buSzPts val="990"/>
            </a:pPr>
            <a:r>
              <a:rPr lang="en" sz="3253" dirty="0"/>
              <a:t>Activity: Explore Data</a:t>
            </a:r>
            <a:endParaRPr sz="3253" b="1"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81" name="Google Shape;6081;p407"/>
          <p:cNvSpPr txBox="1">
            <a:spLocks noGrp="1"/>
          </p:cNvSpPr>
          <p:nvPr>
            <p:ph type="sldNum" idx="12"/>
          </p:nvPr>
        </p:nvSpPr>
        <p:spPr>
          <a:xfrm>
            <a:off x="11477033" y="6609600"/>
            <a:ext cx="349200" cy="140800"/>
          </a:xfrm>
          <a:prstGeom prst="rect">
            <a:avLst/>
          </a:prstGeom>
        </p:spPr>
        <p:txBody>
          <a:bodyPr spcFirstLastPara="1" vert="horz" wrap="square" lIns="0" tIns="0" rIns="0" bIns="121900" rtlCol="0" anchor="t" anchorCtr="0">
            <a:normAutofit fontScale="25000" lnSpcReduction="20000"/>
          </a:bodyPr>
          <a:lstStyle/>
          <a:p>
            <a:fld id="{00000000-1234-1234-1234-123412341234}" type="slidenum">
              <a:rPr lang="en"/>
              <a:pPr/>
              <a:t>20</a:t>
            </a:fld>
            <a:endParaRPr/>
          </a:p>
        </p:txBody>
      </p:sp>
      <p:sp>
        <p:nvSpPr>
          <p:cNvPr id="6082" name="Google Shape;6082;p407"/>
          <p:cNvSpPr/>
          <p:nvPr/>
        </p:nvSpPr>
        <p:spPr>
          <a:xfrm>
            <a:off x="751100" y="1353300"/>
            <a:ext cx="10722400" cy="2710904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6085" name="Google Shape;6085;p407"/>
          <p:cNvSpPr txBox="1"/>
          <p:nvPr/>
        </p:nvSpPr>
        <p:spPr>
          <a:xfrm>
            <a:off x="718500" y="1303410"/>
            <a:ext cx="10667600" cy="27945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609585" indent="-423323">
              <a:lnSpc>
                <a:spcPct val="115000"/>
              </a:lnSpc>
              <a:buClr>
                <a:srgbClr val="24292E"/>
              </a:buClr>
              <a:buSzPts val="1400"/>
              <a:buFont typeface="Roboto"/>
              <a:buChar char="●"/>
            </a:pPr>
            <a:r>
              <a:rPr lang="en" sz="2400" dirty="0">
                <a:solidFill>
                  <a:srgbClr val="24292E"/>
                </a:solidFill>
                <a:latin typeface="Roboto"/>
                <a:ea typeface="Roboto"/>
                <a:cs typeface="Roboto"/>
                <a:sym typeface="Roboto"/>
              </a:rPr>
              <a:t>Using </a:t>
            </a:r>
            <a:r>
              <a:rPr lang="en-US" sz="2400" b="1" dirty="0"/>
              <a:t>Apocalypse Food</a:t>
            </a:r>
            <a:r>
              <a:rPr lang="en" sz="2400" dirty="0">
                <a:solidFill>
                  <a:srgbClr val="24292E"/>
                </a:solidFill>
                <a:latin typeface="Roboto"/>
                <a:ea typeface="Roboto"/>
                <a:cs typeface="Roboto"/>
                <a:sym typeface="Roboto"/>
              </a:rPr>
              <a:t>.xlsx, do the following:</a:t>
            </a:r>
            <a:endParaRPr sz="2400" dirty="0">
              <a:solidFill>
                <a:srgbClr val="24292E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219170" lvl="1" indent="-423323">
              <a:lnSpc>
                <a:spcPct val="115000"/>
              </a:lnSpc>
              <a:buClr>
                <a:srgbClr val="24292E"/>
              </a:buClr>
              <a:buSzPts val="1400"/>
              <a:buFont typeface="Roboto"/>
              <a:buChar char="○"/>
            </a:pPr>
            <a:r>
              <a:rPr lang="en-US" sz="2400" dirty="0">
                <a:solidFill>
                  <a:srgbClr val="24292E"/>
                </a:solidFill>
                <a:latin typeface="Roboto"/>
                <a:ea typeface="Roboto"/>
                <a:cs typeface="Roboto"/>
                <a:sym typeface="Roboto"/>
              </a:rPr>
              <a:t>Change the names of the table </a:t>
            </a:r>
            <a:endParaRPr sz="2400" dirty="0">
              <a:solidFill>
                <a:srgbClr val="24292E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219170" lvl="1" indent="-423323">
              <a:lnSpc>
                <a:spcPct val="115000"/>
              </a:lnSpc>
              <a:buClr>
                <a:srgbClr val="24292E"/>
              </a:buClr>
              <a:buSzPts val="1400"/>
              <a:buFont typeface="Roboto"/>
              <a:buChar char="○"/>
            </a:pPr>
            <a:r>
              <a:rPr lang="en-US" sz="2400" dirty="0">
                <a:solidFill>
                  <a:srgbClr val="24292E"/>
                </a:solidFill>
                <a:latin typeface="Roboto"/>
                <a:ea typeface="Roboto"/>
                <a:cs typeface="Roboto"/>
                <a:sym typeface="Roboto"/>
              </a:rPr>
              <a:t>Fix the header of the tables </a:t>
            </a:r>
            <a:endParaRPr sz="2400" dirty="0">
              <a:solidFill>
                <a:srgbClr val="24292E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219170" lvl="1" indent="-423323">
              <a:lnSpc>
                <a:spcPct val="115000"/>
              </a:lnSpc>
              <a:buClr>
                <a:srgbClr val="24292E"/>
              </a:buClr>
              <a:buSzPts val="1400"/>
              <a:buFont typeface="Roboto"/>
              <a:buChar char="○"/>
            </a:pPr>
            <a:r>
              <a:rPr lang="en-US" sz="2400" dirty="0">
                <a:solidFill>
                  <a:srgbClr val="24292E"/>
                </a:solidFill>
                <a:latin typeface="Roboto"/>
                <a:ea typeface="Roboto"/>
                <a:cs typeface="Roboto"/>
                <a:sym typeface="Roboto"/>
              </a:rPr>
              <a:t>R</a:t>
            </a:r>
            <a:r>
              <a:rPr lang="en" sz="2400" dirty="0">
                <a:solidFill>
                  <a:srgbClr val="24292E"/>
                </a:solidFill>
                <a:latin typeface="Roboto"/>
                <a:ea typeface="Roboto"/>
                <a:cs typeface="Roboto"/>
                <a:sym typeface="Roboto"/>
              </a:rPr>
              <a:t>emove the row that have missing value</a:t>
            </a:r>
          </a:p>
          <a:p>
            <a:pPr marL="1219170" lvl="1" indent="-423323">
              <a:lnSpc>
                <a:spcPct val="115000"/>
              </a:lnSpc>
              <a:buClr>
                <a:srgbClr val="24292E"/>
              </a:buClr>
              <a:buSzPts val="1400"/>
              <a:buFont typeface="Roboto"/>
              <a:buChar char="○"/>
            </a:pPr>
            <a:r>
              <a:rPr lang="en-US" sz="2400" dirty="0">
                <a:solidFill>
                  <a:srgbClr val="24292E"/>
                </a:solidFill>
                <a:latin typeface="Roboto"/>
                <a:ea typeface="Roboto"/>
                <a:cs typeface="Roboto"/>
                <a:sym typeface="Roboto"/>
              </a:rPr>
              <a:t>F</a:t>
            </a:r>
            <a:r>
              <a:rPr lang="en" sz="2400" dirty="0">
                <a:solidFill>
                  <a:srgbClr val="24292E"/>
                </a:solidFill>
                <a:latin typeface="Roboto"/>
                <a:ea typeface="Roboto"/>
                <a:cs typeface="Roboto"/>
                <a:sym typeface="Roboto"/>
              </a:rPr>
              <a:t>ix the data type and the format </a:t>
            </a:r>
          </a:p>
          <a:p>
            <a:pPr marL="1219170" lvl="1" indent="-423323">
              <a:lnSpc>
                <a:spcPct val="115000"/>
              </a:lnSpc>
              <a:buClr>
                <a:srgbClr val="24292E"/>
              </a:buClr>
              <a:buSzPts val="1400"/>
              <a:buFont typeface="Roboto"/>
              <a:buChar char="○"/>
            </a:pPr>
            <a:r>
              <a:rPr lang="en-US" sz="2400" dirty="0">
                <a:solidFill>
                  <a:srgbClr val="24292E"/>
                </a:solidFill>
                <a:latin typeface="Roboto"/>
                <a:ea typeface="Roboto"/>
                <a:cs typeface="Roboto"/>
                <a:sym typeface="Roboto"/>
              </a:rPr>
              <a:t>U</a:t>
            </a:r>
            <a:r>
              <a:rPr lang="en" sz="2400" dirty="0">
                <a:solidFill>
                  <a:srgbClr val="24292E"/>
                </a:solidFill>
                <a:latin typeface="Roboto"/>
                <a:ea typeface="Roboto"/>
                <a:cs typeface="Roboto"/>
                <a:sym typeface="Roboto"/>
              </a:rPr>
              <a:t>npevot the date </a:t>
            </a:r>
            <a:endParaRPr sz="2400" dirty="0">
              <a:solidFill>
                <a:srgbClr val="24292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86" name="Google Shape;6086;p407"/>
          <p:cNvSpPr/>
          <p:nvPr/>
        </p:nvSpPr>
        <p:spPr>
          <a:xfrm>
            <a:off x="735081" y="4319346"/>
            <a:ext cx="10722400" cy="128160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609585"/>
            <a:endParaRPr sz="2400"/>
          </a:p>
          <a:p>
            <a:pPr marL="609585"/>
            <a:endParaRPr sz="2400"/>
          </a:p>
          <a:p>
            <a:pPr marL="609585"/>
            <a:endParaRPr sz="2400"/>
          </a:p>
          <a:p>
            <a:pPr marL="609585"/>
            <a:r>
              <a:rPr lang="en" sz="2400"/>
              <a:t>	</a:t>
            </a:r>
            <a:endParaRPr sz="2400"/>
          </a:p>
        </p:txBody>
      </p:sp>
      <p:pic>
        <p:nvPicPr>
          <p:cNvPr id="6087" name="Google Shape;6087;p40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1782531" flipH="1">
            <a:off x="911055" y="4670147"/>
            <a:ext cx="835436" cy="835401"/>
          </a:xfrm>
          <a:prstGeom prst="rect">
            <a:avLst/>
          </a:prstGeom>
          <a:noFill/>
          <a:ln>
            <a:noFill/>
          </a:ln>
        </p:spPr>
      </p:pic>
      <p:sp>
        <p:nvSpPr>
          <p:cNvPr id="6088" name="Google Shape;6088;p407"/>
          <p:cNvSpPr txBox="1"/>
          <p:nvPr/>
        </p:nvSpPr>
        <p:spPr>
          <a:xfrm>
            <a:off x="708200" y="4263812"/>
            <a:ext cx="10775600" cy="1040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609585" indent="-423323">
              <a:buSzPts val="1400"/>
              <a:buFont typeface="Roboto"/>
              <a:buChar char="●"/>
            </a:pPr>
            <a:r>
              <a:rPr lang="en" sz="2400" b="1" dirty="0">
                <a:latin typeface="Roboto"/>
                <a:ea typeface="Roboto"/>
                <a:cs typeface="Roboto"/>
                <a:sym typeface="Roboto"/>
              </a:rPr>
              <a:t>Hint:</a:t>
            </a:r>
            <a:endParaRPr sz="2400" b="1" dirty="0">
              <a:latin typeface="Roboto"/>
              <a:ea typeface="Roboto"/>
              <a:cs typeface="Roboto"/>
              <a:sym typeface="Roboto"/>
            </a:endParaRPr>
          </a:p>
          <a:p>
            <a:pPr marL="1219170" lvl="1" indent="-423323">
              <a:lnSpc>
                <a:spcPct val="115000"/>
              </a:lnSpc>
              <a:buClr>
                <a:srgbClr val="24292E"/>
              </a:buClr>
              <a:buSzPts val="1400"/>
              <a:buChar char="○"/>
            </a:pPr>
            <a:r>
              <a:rPr lang="en" sz="2400" dirty="0">
                <a:solidFill>
                  <a:srgbClr val="24292E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Don’t forget to save the file once finished. </a:t>
            </a:r>
            <a:endParaRPr sz="2400" dirty="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topwatch with a red ribbon&#10;&#10;Description automatically generated">
            <a:extLst>
              <a:ext uri="{FF2B5EF4-FFF2-40B4-BE49-F238E27FC236}">
                <a16:creationId xmlns:a16="http://schemas.microsoft.com/office/drawing/2014/main" id="{DDB0DF0C-8F35-45FA-48E7-21E8F1DDEC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9889" y="643466"/>
            <a:ext cx="6632221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11652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2D3C36D5-2965-5CD3-B4AD-A291C7E646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03" r="28517" b="-1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88904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yellow bar chart with black background&#10;&#10;Description automatically generated">
            <a:extLst>
              <a:ext uri="{FF2B5EF4-FFF2-40B4-BE49-F238E27FC236}">
                <a16:creationId xmlns:a16="http://schemas.microsoft.com/office/drawing/2014/main" id="{1780E563-1659-D578-EFB5-005558FB96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1943" y="2694214"/>
            <a:ext cx="7402286" cy="4163786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ADCA45DE-0E5A-2BCE-8D6A-969F4E4DAD2D}"/>
              </a:ext>
            </a:extLst>
          </p:cNvPr>
          <p:cNvSpPr/>
          <p:nvPr/>
        </p:nvSpPr>
        <p:spPr>
          <a:xfrm>
            <a:off x="5564751" y="1062335"/>
            <a:ext cx="156324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12700">
                  <a:solidFill>
                    <a:srgbClr val="FFC000"/>
                  </a:solidFill>
                  <a:prstDash val="solid"/>
                </a:ln>
                <a:solidFill>
                  <a:srgbClr val="FFC000"/>
                </a:solidFill>
                <a:effectLst>
                  <a:outerShdw dist="38100" dir="2640000" algn="bl" rotWithShape="0">
                    <a:schemeClr val="accent1"/>
                  </a:outerShdw>
                </a:effectLst>
              </a:rPr>
              <a:t>Join </a:t>
            </a:r>
          </a:p>
        </p:txBody>
      </p:sp>
    </p:spTree>
    <p:extLst>
      <p:ext uri="{BB962C8B-B14F-4D97-AF65-F5344CB8AC3E}">
        <p14:creationId xmlns:p14="http://schemas.microsoft.com/office/powerpoint/2010/main" val="146539541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9BCDDFB3-75CC-E9D9-DBBB-05F1454561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656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399960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B10D4BD1-CF78-F135-13EB-5E8C0FCF70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26" r="18572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968131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67F3DC89-DCD3-DF8D-294F-6E845423A0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695" b="16642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455474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4DACBCD0-2C39-323B-7181-7AC971D4CF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57" r="-1" b="-1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532572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3FE3D3F6-28FE-6C45-3CF3-BEACB99A57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061" r="15925" b="-1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875850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8" name="Google Shape;5978;p39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609600" tIns="12167" rIns="1341100" bIns="0" rtlCol="0" anchor="t" anchorCtr="0">
            <a:noAutofit/>
          </a:bodyPr>
          <a:lstStyle/>
          <a:p>
            <a:r>
              <a:rPr lang="en" dirty="0"/>
              <a:t>  10 Minutes</a:t>
            </a:r>
            <a:endParaRPr dirty="0"/>
          </a:p>
        </p:txBody>
      </p:sp>
      <p:sp>
        <p:nvSpPr>
          <p:cNvPr id="5979" name="Google Shape;5979;p393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121900" rtlCol="0" anchor="t" anchorCtr="0">
            <a:noAutofit/>
          </a:bodyPr>
          <a:lstStyle/>
          <a:p>
            <a:fld id="{00000000-1234-1234-1234-123412341234}" type="slidenum">
              <a:rPr lang="en"/>
              <a:pPr/>
              <a:t>29</a:t>
            </a:fld>
            <a:endParaRPr/>
          </a:p>
        </p:txBody>
      </p:sp>
      <p:sp>
        <p:nvSpPr>
          <p:cNvPr id="5981" name="Google Shape;5981;p393"/>
          <p:cNvSpPr txBox="1">
            <a:spLocks noGrp="1"/>
          </p:cNvSpPr>
          <p:nvPr>
            <p:ph type="title" idx="2"/>
          </p:nvPr>
        </p:nvSpPr>
        <p:spPr>
          <a:xfrm>
            <a:off x="365200" y="1390500"/>
            <a:ext cx="11686000" cy="3685600"/>
          </a:xfrm>
          <a:prstGeom prst="rect">
            <a:avLst/>
          </a:prstGeom>
        </p:spPr>
        <p:txBody>
          <a:bodyPr spcFirstLastPara="1" vert="horz" wrap="square" lIns="3413733" tIns="0" rIns="609600" bIns="609600" rtlCol="0" anchor="t" anchorCtr="0">
            <a:noAutofit/>
          </a:bodyPr>
          <a:lstStyle/>
          <a:p>
            <a:pPr>
              <a:buClr>
                <a:schemeClr val="dk1"/>
              </a:buClr>
              <a:buSzPts val="1100"/>
            </a:pPr>
            <a:r>
              <a:rPr lang="en" sz="3067" b="1" dirty="0"/>
              <a:t>Everyone Do: </a:t>
            </a:r>
            <a:r>
              <a:rPr lang="en-US" sz="3067" b="1" dirty="0"/>
              <a:t>Join Rental </a:t>
            </a:r>
            <a:endParaRPr sz="2533" dirty="0"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5" name="Picture 4" descr="A pen and pencil with a black background&#10;&#10;Description automatically generated">
            <a:extLst>
              <a:ext uri="{FF2B5EF4-FFF2-40B4-BE49-F238E27FC236}">
                <a16:creationId xmlns:a16="http://schemas.microsoft.com/office/drawing/2014/main" id="{3D4352F9-81A4-3797-0CFF-9F8D6E7473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4800" y="428610"/>
            <a:ext cx="4133943" cy="4133943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E26E8FB-5CDF-A9C2-62AB-B8EF12F5377E}"/>
              </a:ext>
            </a:extLst>
          </p:cNvPr>
          <p:cNvSpPr/>
          <p:nvPr/>
        </p:nvSpPr>
        <p:spPr>
          <a:xfrm>
            <a:off x="0" y="4684029"/>
            <a:ext cx="12192000" cy="1866837"/>
          </a:xfrm>
          <a:prstGeom prst="rect">
            <a:avLst/>
          </a:prstGeom>
          <a:solidFill>
            <a:srgbClr val="FFC000">
              <a:alpha val="50000"/>
            </a:srgbClr>
          </a:solidFill>
          <a:ln>
            <a:solidFill>
              <a:srgbClr val="FFC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clock with a bell&#10;&#10;Description automatically generated">
            <a:extLst>
              <a:ext uri="{FF2B5EF4-FFF2-40B4-BE49-F238E27FC236}">
                <a16:creationId xmlns:a16="http://schemas.microsoft.com/office/drawing/2014/main" id="{88A25E8B-E337-29D4-2624-D9E613FFDA2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6776" y="4730288"/>
            <a:ext cx="1474424" cy="147442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8A1C98C-CBF1-4DF3-3F11-519189FD83DE}"/>
              </a:ext>
            </a:extLst>
          </p:cNvPr>
          <p:cNvSpPr txBox="1"/>
          <p:nvPr/>
        </p:nvSpPr>
        <p:spPr>
          <a:xfrm>
            <a:off x="7881257" y="5076100"/>
            <a:ext cx="26281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Suggested Time: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B896F87-EB2A-AA3D-0D4B-F4A66B100DCD}"/>
              </a:ext>
            </a:extLst>
          </p:cNvPr>
          <p:cNvSpPr txBox="1"/>
          <p:nvPr/>
        </p:nvSpPr>
        <p:spPr>
          <a:xfrm>
            <a:off x="8666492" y="5567098"/>
            <a:ext cx="25975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15 minutes </a:t>
            </a:r>
          </a:p>
        </p:txBody>
      </p:sp>
    </p:spTree>
    <p:extLst>
      <p:ext uri="{BB962C8B-B14F-4D97-AF65-F5344CB8AC3E}">
        <p14:creationId xmlns:p14="http://schemas.microsoft.com/office/powerpoint/2010/main" val="197884875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0" name="Google Shape;6080;p407"/>
          <p:cNvSpPr txBox="1">
            <a:spLocks noGrp="1"/>
          </p:cNvSpPr>
          <p:nvPr>
            <p:ph type="title"/>
          </p:nvPr>
        </p:nvSpPr>
        <p:spPr>
          <a:xfrm>
            <a:off x="-16400" y="0"/>
            <a:ext cx="12224800" cy="711600"/>
          </a:xfrm>
          <a:prstGeom prst="rect">
            <a:avLst/>
          </a:prstGeom>
        </p:spPr>
        <p:txBody>
          <a:bodyPr spcFirstLastPara="1" vert="horz" wrap="square" lIns="609600" tIns="243833" rIns="365733" bIns="121900" rtlCol="0" anchor="t" anchorCtr="0">
            <a:noAutofit/>
          </a:bodyPr>
          <a:lstStyle/>
          <a:p>
            <a:pPr>
              <a:buSzPts val="990"/>
            </a:pPr>
            <a:r>
              <a:rPr lang="en" sz="3253" dirty="0"/>
              <a:t>Activity: Explore Data</a:t>
            </a:r>
            <a:endParaRPr sz="3253" b="1"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81" name="Google Shape;6081;p407"/>
          <p:cNvSpPr txBox="1">
            <a:spLocks noGrp="1"/>
          </p:cNvSpPr>
          <p:nvPr>
            <p:ph type="sldNum" idx="12"/>
          </p:nvPr>
        </p:nvSpPr>
        <p:spPr>
          <a:xfrm>
            <a:off x="11477033" y="6609600"/>
            <a:ext cx="349200" cy="140800"/>
          </a:xfrm>
          <a:prstGeom prst="rect">
            <a:avLst/>
          </a:prstGeom>
        </p:spPr>
        <p:txBody>
          <a:bodyPr spcFirstLastPara="1" vert="horz" wrap="square" lIns="0" tIns="0" rIns="0" bIns="121900" rtlCol="0" anchor="t" anchorCtr="0">
            <a:normAutofit fontScale="25000" lnSpcReduction="20000"/>
          </a:bodyPr>
          <a:lstStyle/>
          <a:p>
            <a:fld id="{00000000-1234-1234-1234-123412341234}" type="slidenum">
              <a:rPr lang="en"/>
              <a:pPr/>
              <a:t>30</a:t>
            </a:fld>
            <a:endParaRPr/>
          </a:p>
        </p:txBody>
      </p:sp>
      <p:sp>
        <p:nvSpPr>
          <p:cNvPr id="6082" name="Google Shape;6082;p407"/>
          <p:cNvSpPr/>
          <p:nvPr/>
        </p:nvSpPr>
        <p:spPr>
          <a:xfrm>
            <a:off x="751100" y="1353300"/>
            <a:ext cx="10722400" cy="2710904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6085" name="Google Shape;6085;p407"/>
          <p:cNvSpPr txBox="1"/>
          <p:nvPr/>
        </p:nvSpPr>
        <p:spPr>
          <a:xfrm>
            <a:off x="718500" y="1303410"/>
            <a:ext cx="10667600" cy="27945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609585" indent="-423323">
              <a:lnSpc>
                <a:spcPct val="115000"/>
              </a:lnSpc>
              <a:buClr>
                <a:srgbClr val="24292E"/>
              </a:buClr>
              <a:buSzPts val="1400"/>
              <a:buFont typeface="Roboto"/>
              <a:buChar char="●"/>
            </a:pPr>
            <a:r>
              <a:rPr lang="en" sz="2400" dirty="0">
                <a:solidFill>
                  <a:srgbClr val="24292E"/>
                </a:solidFill>
                <a:latin typeface="Roboto"/>
                <a:ea typeface="Roboto"/>
                <a:cs typeface="Roboto"/>
                <a:sym typeface="Roboto"/>
              </a:rPr>
              <a:t>Using </a:t>
            </a:r>
            <a:r>
              <a:rPr lang="en-US" sz="2400" b="1" dirty="0"/>
              <a:t>GolobalRental1</a:t>
            </a:r>
            <a:r>
              <a:rPr lang="en" sz="2400" dirty="0">
                <a:solidFill>
                  <a:srgbClr val="24292E"/>
                </a:solidFill>
                <a:latin typeface="Roboto"/>
                <a:ea typeface="Roboto"/>
                <a:cs typeface="Roboto"/>
                <a:sym typeface="Roboto"/>
              </a:rPr>
              <a:t>.xlsx, do the following:</a:t>
            </a:r>
          </a:p>
          <a:p>
            <a:pPr marL="609585" indent="-423323">
              <a:lnSpc>
                <a:spcPct val="115000"/>
              </a:lnSpc>
              <a:buClr>
                <a:srgbClr val="24292E"/>
              </a:buClr>
              <a:buSzPts val="1400"/>
              <a:buFont typeface="Roboto"/>
              <a:buChar char="●"/>
            </a:pPr>
            <a:endParaRPr lang="en" sz="2400" dirty="0">
              <a:solidFill>
                <a:srgbClr val="24292E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529162" indent="-342900">
              <a:lnSpc>
                <a:spcPct val="115000"/>
              </a:lnSpc>
              <a:buClr>
                <a:srgbClr val="24292E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2400" dirty="0">
                <a:solidFill>
                  <a:srgbClr val="24292E"/>
                </a:solidFill>
                <a:latin typeface="Roboto"/>
                <a:ea typeface="Roboto"/>
                <a:cs typeface="Roboto"/>
                <a:sym typeface="Roboto"/>
              </a:rPr>
              <a:t>Append </a:t>
            </a:r>
            <a:r>
              <a:rPr lang="en-US" sz="2400" dirty="0">
                <a:solidFill>
                  <a:srgbClr val="24292E"/>
                </a:solidFill>
                <a:latin typeface="Roboto"/>
                <a:ea typeface="Roboto"/>
                <a:cs typeface="Roboto"/>
                <a:sym typeface="Roboto"/>
              </a:rPr>
              <a:t>GolobalRental1</a:t>
            </a:r>
            <a:r>
              <a:rPr lang="en" sz="2400" dirty="0">
                <a:solidFill>
                  <a:srgbClr val="24292E"/>
                </a:solidFill>
                <a:latin typeface="Roboto"/>
                <a:ea typeface="Roboto"/>
                <a:cs typeface="Roboto"/>
                <a:sym typeface="Roboto"/>
              </a:rPr>
              <a:t> and </a:t>
            </a:r>
            <a:r>
              <a:rPr lang="en-US" sz="2400" dirty="0">
                <a:solidFill>
                  <a:srgbClr val="24292E"/>
                </a:solidFill>
                <a:latin typeface="Roboto"/>
                <a:ea typeface="Roboto"/>
                <a:cs typeface="Roboto"/>
                <a:sym typeface="Roboto"/>
              </a:rPr>
              <a:t>GolobalRental2.</a:t>
            </a:r>
          </a:p>
          <a:p>
            <a:pPr marL="529162" indent="-342900">
              <a:lnSpc>
                <a:spcPct val="115000"/>
              </a:lnSpc>
              <a:buClr>
                <a:srgbClr val="24292E"/>
              </a:buClr>
              <a:buSzPts val="1400"/>
              <a:buFont typeface="Courier New" panose="02070309020205020404" pitchFamily="49" charset="0"/>
              <a:buChar char="o"/>
            </a:pPr>
            <a:endParaRPr lang="en-US" sz="2400" dirty="0">
              <a:solidFill>
                <a:srgbClr val="24292E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529162" indent="-342900">
              <a:lnSpc>
                <a:spcPct val="115000"/>
              </a:lnSpc>
              <a:buClr>
                <a:srgbClr val="24292E"/>
              </a:buClr>
              <a:buSzPts val="1400"/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rgbClr val="24292E"/>
                </a:solidFill>
                <a:latin typeface="Roboto"/>
                <a:ea typeface="Roboto"/>
                <a:cs typeface="Roboto"/>
                <a:sym typeface="Roboto"/>
              </a:rPr>
              <a:t>Join film.xlsx to GolobalRental1.xlx Table in the appropriate column</a:t>
            </a:r>
            <a:endParaRPr lang="en" sz="2400" dirty="0">
              <a:solidFill>
                <a:srgbClr val="24292E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609585" indent="-423323">
              <a:lnSpc>
                <a:spcPct val="115000"/>
              </a:lnSpc>
              <a:buClr>
                <a:srgbClr val="24292E"/>
              </a:buClr>
              <a:buSzPts val="1400"/>
              <a:buFont typeface="Roboto"/>
              <a:buChar char="●"/>
            </a:pPr>
            <a:endParaRPr sz="2400" dirty="0">
              <a:solidFill>
                <a:srgbClr val="24292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86" name="Google Shape;6086;p407"/>
          <p:cNvSpPr/>
          <p:nvPr/>
        </p:nvSpPr>
        <p:spPr>
          <a:xfrm>
            <a:off x="735081" y="4319346"/>
            <a:ext cx="10722400" cy="128160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609585"/>
            <a:endParaRPr sz="2400"/>
          </a:p>
          <a:p>
            <a:pPr marL="609585"/>
            <a:endParaRPr sz="2400"/>
          </a:p>
          <a:p>
            <a:pPr marL="609585"/>
            <a:endParaRPr sz="2400"/>
          </a:p>
          <a:p>
            <a:pPr marL="609585"/>
            <a:r>
              <a:rPr lang="en" sz="2400"/>
              <a:t>	</a:t>
            </a:r>
            <a:endParaRPr sz="2400"/>
          </a:p>
        </p:txBody>
      </p:sp>
      <p:pic>
        <p:nvPicPr>
          <p:cNvPr id="6087" name="Google Shape;6087;p40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1782531" flipH="1">
            <a:off x="911055" y="4670147"/>
            <a:ext cx="835436" cy="835401"/>
          </a:xfrm>
          <a:prstGeom prst="rect">
            <a:avLst/>
          </a:prstGeom>
          <a:noFill/>
          <a:ln>
            <a:noFill/>
          </a:ln>
        </p:spPr>
      </p:pic>
      <p:sp>
        <p:nvSpPr>
          <p:cNvPr id="6088" name="Google Shape;6088;p407"/>
          <p:cNvSpPr txBox="1"/>
          <p:nvPr/>
        </p:nvSpPr>
        <p:spPr>
          <a:xfrm>
            <a:off x="708200" y="4263812"/>
            <a:ext cx="10775600" cy="1040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609585" indent="-423323">
              <a:buSzPts val="1400"/>
              <a:buFont typeface="Roboto"/>
              <a:buChar char="●"/>
            </a:pPr>
            <a:r>
              <a:rPr lang="en" sz="2400" b="1" dirty="0">
                <a:latin typeface="Roboto"/>
                <a:ea typeface="Roboto"/>
                <a:cs typeface="Roboto"/>
                <a:sym typeface="Roboto"/>
              </a:rPr>
              <a:t>Hint:</a:t>
            </a:r>
            <a:endParaRPr sz="2400" b="1" dirty="0">
              <a:latin typeface="Roboto"/>
              <a:ea typeface="Roboto"/>
              <a:cs typeface="Roboto"/>
              <a:sym typeface="Roboto"/>
            </a:endParaRPr>
          </a:p>
          <a:p>
            <a:pPr marL="1219170" lvl="1" indent="-423323">
              <a:lnSpc>
                <a:spcPct val="115000"/>
              </a:lnSpc>
              <a:buClr>
                <a:srgbClr val="24292E"/>
              </a:buClr>
              <a:buSzPts val="1400"/>
              <a:buChar char="○"/>
            </a:pPr>
            <a:r>
              <a:rPr lang="en" sz="2400" dirty="0">
                <a:solidFill>
                  <a:srgbClr val="24292E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Don’t forget to save the file once finished. </a:t>
            </a:r>
            <a:endParaRPr sz="2400" dirty="0">
              <a:latin typeface="Roboto"/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205401417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topwatch with a red ribbon&#10;&#10;Description automatically generated">
            <a:extLst>
              <a:ext uri="{FF2B5EF4-FFF2-40B4-BE49-F238E27FC236}">
                <a16:creationId xmlns:a16="http://schemas.microsoft.com/office/drawing/2014/main" id="{DDB0DF0C-8F35-45FA-48E7-21E8F1DDEC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9889" y="643466"/>
            <a:ext cx="6632221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961430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8" name="Google Shape;5978;p39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609600" tIns="12167" rIns="1341100" bIns="0" rtlCol="0" anchor="t" anchorCtr="0">
            <a:noAutofit/>
          </a:bodyPr>
          <a:lstStyle/>
          <a:p>
            <a:r>
              <a:rPr lang="en" dirty="0"/>
              <a:t>  10 Minutes</a:t>
            </a:r>
            <a:endParaRPr dirty="0"/>
          </a:p>
        </p:txBody>
      </p:sp>
      <p:sp>
        <p:nvSpPr>
          <p:cNvPr id="5979" name="Google Shape;5979;p393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121900" rtlCol="0" anchor="t" anchorCtr="0">
            <a:noAutofit/>
          </a:bodyPr>
          <a:lstStyle/>
          <a:p>
            <a:fld id="{00000000-1234-1234-1234-123412341234}" type="slidenum">
              <a:rPr lang="en"/>
              <a:pPr/>
              <a:t>32</a:t>
            </a:fld>
            <a:endParaRPr/>
          </a:p>
        </p:txBody>
      </p:sp>
      <p:pic>
        <p:nvPicPr>
          <p:cNvPr id="5" name="Picture 4" descr="A pen and pencil with a black background&#10;&#10;Description automatically generated">
            <a:extLst>
              <a:ext uri="{FF2B5EF4-FFF2-40B4-BE49-F238E27FC236}">
                <a16:creationId xmlns:a16="http://schemas.microsoft.com/office/drawing/2014/main" id="{3D4352F9-81A4-3797-0CFF-9F8D6E7473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4800" y="428610"/>
            <a:ext cx="4133943" cy="4133943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E26E8FB-5CDF-A9C2-62AB-B8EF12F5377E}"/>
              </a:ext>
            </a:extLst>
          </p:cNvPr>
          <p:cNvSpPr/>
          <p:nvPr/>
        </p:nvSpPr>
        <p:spPr>
          <a:xfrm>
            <a:off x="0" y="4684029"/>
            <a:ext cx="12192000" cy="1866837"/>
          </a:xfrm>
          <a:prstGeom prst="rect">
            <a:avLst/>
          </a:prstGeom>
          <a:solidFill>
            <a:srgbClr val="FFC000">
              <a:alpha val="50000"/>
            </a:srgbClr>
          </a:solidFill>
          <a:ln>
            <a:solidFill>
              <a:srgbClr val="FFC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clock with a bell&#10;&#10;Description automatically generated">
            <a:extLst>
              <a:ext uri="{FF2B5EF4-FFF2-40B4-BE49-F238E27FC236}">
                <a16:creationId xmlns:a16="http://schemas.microsoft.com/office/drawing/2014/main" id="{88A25E8B-E337-29D4-2624-D9E613FFDA2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6776" y="4730288"/>
            <a:ext cx="1474424" cy="147442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8A1C98C-CBF1-4DF3-3F11-519189FD83DE}"/>
              </a:ext>
            </a:extLst>
          </p:cNvPr>
          <p:cNvSpPr txBox="1"/>
          <p:nvPr/>
        </p:nvSpPr>
        <p:spPr>
          <a:xfrm>
            <a:off x="7881257" y="5076100"/>
            <a:ext cx="26281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Suggested Time: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B896F87-EB2A-AA3D-0D4B-F4A66B100DCD}"/>
              </a:ext>
            </a:extLst>
          </p:cNvPr>
          <p:cNvSpPr txBox="1"/>
          <p:nvPr/>
        </p:nvSpPr>
        <p:spPr>
          <a:xfrm>
            <a:off x="8666492" y="5567098"/>
            <a:ext cx="25975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25 minutes </a:t>
            </a:r>
          </a:p>
        </p:txBody>
      </p:sp>
      <p:pic>
        <p:nvPicPr>
          <p:cNvPr id="4" name="Picture 3" descr="A logo with green and yellow leaves&#10;&#10;Description automatically generated">
            <a:extLst>
              <a:ext uri="{FF2B5EF4-FFF2-40B4-BE49-F238E27FC236}">
                <a16:creationId xmlns:a16="http://schemas.microsoft.com/office/drawing/2014/main" id="{FC1DFFDF-4477-8021-4B53-14244C9371E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7289" y="307134"/>
            <a:ext cx="4107976" cy="4107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409292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topwatch with a red ribbon&#10;&#10;Description automatically generated">
            <a:extLst>
              <a:ext uri="{FF2B5EF4-FFF2-40B4-BE49-F238E27FC236}">
                <a16:creationId xmlns:a16="http://schemas.microsoft.com/office/drawing/2014/main" id="{DDB0DF0C-8F35-45FA-48E7-21E8F1DDEC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9889" y="643466"/>
            <a:ext cx="6632221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774962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artoon of a sand clock&#10;&#10;Description automatically generated">
            <a:extLst>
              <a:ext uri="{FF2B5EF4-FFF2-40B4-BE49-F238E27FC236}">
                <a16:creationId xmlns:a16="http://schemas.microsoft.com/office/drawing/2014/main" id="{E3920EF5-8A4A-9D80-D036-7833250159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1171" y="338861"/>
            <a:ext cx="6226629" cy="6180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7859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3658</TotalTime>
  <Words>295</Words>
  <Application>Microsoft Office PowerPoint</Application>
  <PresentationFormat>Widescreen</PresentationFormat>
  <Paragraphs>159</Paragraphs>
  <Slides>34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2" baseType="lpstr">
      <vt:lpstr>Aptos</vt:lpstr>
      <vt:lpstr>Aptos Display</vt:lpstr>
      <vt:lpstr>Arial</vt:lpstr>
      <vt:lpstr>Courier New</vt:lpstr>
      <vt:lpstr>Roboto</vt:lpstr>
      <vt:lpstr>Roboto Light</vt:lpstr>
      <vt:lpstr>Roboto Medium</vt:lpstr>
      <vt:lpstr>Office Theme</vt:lpstr>
      <vt:lpstr>Power Query and Data Transformation Power BI</vt:lpstr>
      <vt:lpstr>Class Objectives </vt:lpstr>
      <vt:lpstr>PowerPoint Presentation</vt:lpstr>
      <vt:lpstr>PowerPoint Presentation</vt:lpstr>
      <vt:lpstr>Data cleaning </vt:lpstr>
      <vt:lpstr>PowerPoint Presentation</vt:lpstr>
      <vt:lpstr>PowerPoint Presentation</vt:lpstr>
      <vt:lpstr>  10 Minutes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 10 Minutes</vt:lpstr>
      <vt:lpstr>PowerPoint Presentation</vt:lpstr>
      <vt:lpstr>  10 Minutes</vt:lpstr>
      <vt:lpstr>PowerPoint Presentation</vt:lpstr>
      <vt:lpstr>  10 Minutes</vt:lpstr>
      <vt:lpstr>Activity: Explore Data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 10 Minutes</vt:lpstr>
      <vt:lpstr>Activity: Explore Data</vt:lpstr>
      <vt:lpstr>PowerPoint Presentation</vt:lpstr>
      <vt:lpstr>  10 Minutes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Ahmad Mousa</dc:creator>
  <cp:lastModifiedBy>Ahmad Mousa</cp:lastModifiedBy>
  <cp:revision>15</cp:revision>
  <dcterms:created xsi:type="dcterms:W3CDTF">2024-11-06T17:37:33Z</dcterms:created>
  <dcterms:modified xsi:type="dcterms:W3CDTF">2024-12-02T18:00:08Z</dcterms:modified>
</cp:coreProperties>
</file>